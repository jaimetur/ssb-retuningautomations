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handoutMasterIdLst>
    <p:handoutMasterId r:id="rId6"/>
  </p:handout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51" d="100"/>
          <a:sy n="151" d="100"/>
        </p:scale>
        <p:origin x="5909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0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me Tur" userId="0c147167-24ab-41cc-821f-e304fffd7c74" providerId="ADAL" clId="{96FACA42-3611-4883-8B93-19C4F783C7AC}"/>
    <pc:docChg chg="undo redo custSel addSld delSld modSld sldOrd">
      <pc:chgData name="Jaime Tur" userId="0c147167-24ab-41cc-821f-e304fffd7c74" providerId="ADAL" clId="{96FACA42-3611-4883-8B93-19C4F783C7AC}" dt="2025-11-14T18:07:26.228" v="109" actId="47"/>
      <pc:docMkLst>
        <pc:docMk/>
      </pc:docMkLst>
      <pc:sldChg chg="modSp mod">
        <pc:chgData name="Jaime Tur" userId="0c147167-24ab-41cc-821f-e304fffd7c74" providerId="ADAL" clId="{96FACA42-3611-4883-8B93-19C4F783C7AC}" dt="2025-11-14T13:39:49.344" v="7" actId="20577"/>
        <pc:sldMkLst>
          <pc:docMk/>
          <pc:sldMk cId="0" sldId="256"/>
        </pc:sldMkLst>
        <pc:spChg chg="mod">
          <ac:chgData name="Jaime Tur" userId="0c147167-24ab-41cc-821f-e304fffd7c74" providerId="ADAL" clId="{96FACA42-3611-4883-8B93-19C4F783C7AC}" dt="2025-11-14T13:39:49.344" v="7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del mod setBg setClrOvrMap">
        <pc:chgData name="Jaime Tur" userId="0c147167-24ab-41cc-821f-e304fffd7c74" providerId="ADAL" clId="{96FACA42-3611-4883-8B93-19C4F783C7AC}" dt="2025-11-14T18:03:35.578" v="61" actId="47"/>
        <pc:sldMkLst>
          <pc:docMk/>
          <pc:sldMk cId="0" sldId="257"/>
        </pc:sldMkLst>
        <pc:spChg chg="mod">
          <ac:chgData name="Jaime Tur" userId="0c147167-24ab-41cc-821f-e304fffd7c74" providerId="ADAL" clId="{96FACA42-3611-4883-8B93-19C4F783C7AC}" dt="2025-11-14T17:55:27.919" v="10" actId="26606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Jaime Tur" userId="0c147167-24ab-41cc-821f-e304fffd7c74" providerId="ADAL" clId="{96FACA42-3611-4883-8B93-19C4F783C7AC}" dt="2025-11-14T17:55:27.919" v="10" actId="26606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0:11.510" v="34" actId="26606"/>
          <ac:spMkLst>
            <pc:docMk/>
            <pc:sldMk cId="0" sldId="257"/>
            <ac:spMk id="10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7:58:39.945" v="27" actId="26606"/>
          <ac:spMkLst>
            <pc:docMk/>
            <pc:sldMk cId="0" sldId="257"/>
            <ac:spMk id="12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1:52.135" v="40" actId="26606"/>
          <ac:spMkLst>
            <pc:docMk/>
            <pc:sldMk cId="0" sldId="257"/>
            <ac:spMk id="13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0:00.210" v="29" actId="26606"/>
          <ac:spMkLst>
            <pc:docMk/>
            <pc:sldMk cId="0" sldId="257"/>
            <ac:spMk id="14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7:56:59.071" v="20" actId="26606"/>
          <ac:spMkLst>
            <pc:docMk/>
            <pc:sldMk cId="0" sldId="257"/>
            <ac:spMk id="15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0:06.056" v="31" actId="26606"/>
          <ac:spMkLst>
            <pc:docMk/>
            <pc:sldMk cId="0" sldId="257"/>
            <ac:spMk id="16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2:26.976" v="45" actId="26606"/>
          <ac:spMkLst>
            <pc:docMk/>
            <pc:sldMk cId="0" sldId="257"/>
            <ac:spMk id="18" creationId="{B50AB553-2A96-4A92-96F2-93548E096954}"/>
          </ac:spMkLst>
        </pc:spChg>
        <pc:spChg chg="add">
          <ac:chgData name="Jaime Tur" userId="0c147167-24ab-41cc-821f-e304fffd7c74" providerId="ADAL" clId="{96FACA42-3611-4883-8B93-19C4F783C7AC}" dt="2025-11-14T18:02:26.976" v="45" actId="26606"/>
          <ac:spMkLst>
            <pc:docMk/>
            <pc:sldMk cId="0" sldId="257"/>
            <ac:spMk id="23" creationId="{B50AB553-2A96-4A92-96F2-93548E096954}"/>
          </ac:spMkLst>
        </pc:spChg>
        <pc:graphicFrameChg chg="add mod modGraphic">
          <ac:chgData name="Jaime Tur" userId="0c147167-24ab-41cc-821f-e304fffd7c74" providerId="ADAL" clId="{96FACA42-3611-4883-8B93-19C4F783C7AC}" dt="2025-11-14T18:02:41.801" v="46" actId="404"/>
          <ac:graphicFrameMkLst>
            <pc:docMk/>
            <pc:sldMk cId="0" sldId="257"/>
            <ac:graphicFrameMk id="5" creationId="{0120DC20-DF02-0DDE-F000-746C7BCFEA13}"/>
          </ac:graphicFrameMkLst>
        </pc:graphicFrameChg>
        <pc:picChg chg="add mod">
          <ac:chgData name="Jaime Tur" userId="0c147167-24ab-41cc-821f-e304fffd7c74" providerId="ADAL" clId="{96FACA42-3611-4883-8B93-19C4F783C7AC}" dt="2025-11-14T18:00:11.510" v="34" actId="26606"/>
          <ac:picMkLst>
            <pc:docMk/>
            <pc:sldMk cId="0" sldId="257"/>
            <ac:picMk id="6" creationId="{0FF492E2-580F-609C-6AE6-BE9CFDB78534}"/>
          </ac:picMkLst>
        </pc:picChg>
      </pc:sldChg>
      <pc:sldChg chg="addSp delSp modSp del mod setBg">
        <pc:chgData name="Jaime Tur" userId="0c147167-24ab-41cc-821f-e304fffd7c74" providerId="ADAL" clId="{96FACA42-3611-4883-8B93-19C4F783C7AC}" dt="2025-11-14T18:04:24.677" v="69" actId="47"/>
        <pc:sldMkLst>
          <pc:docMk/>
          <pc:sldMk cId="0" sldId="258"/>
        </pc:sldMkLst>
        <pc:spChg chg="mod">
          <ac:chgData name="Jaime Tur" userId="0c147167-24ab-41cc-821f-e304fffd7c74" providerId="ADAL" clId="{96FACA42-3611-4883-8B93-19C4F783C7AC}" dt="2025-11-14T17:55:47.305" v="11" actId="26606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Jaime Tur" userId="0c147167-24ab-41cc-821f-e304fffd7c74" providerId="ADAL" clId="{96FACA42-3611-4883-8B93-19C4F783C7AC}" dt="2025-11-14T17:55:47.305" v="11" actId="26606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7:58:13.848" v="25" actId="26606"/>
          <ac:spMkLst>
            <pc:docMk/>
            <pc:sldMk cId="0" sldId="258"/>
            <ac:spMk id="10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7:58:13.848" v="25" actId="26606"/>
          <ac:spMkLst>
            <pc:docMk/>
            <pc:sldMk cId="0" sldId="258"/>
            <ac:spMk id="15" creationId="{B50AB553-2A96-4A92-96F2-93548E096954}"/>
          </ac:spMkLst>
        </pc:spChg>
        <pc:graphicFrameChg chg="add mod modGraphic">
          <ac:chgData name="Jaime Tur" userId="0c147167-24ab-41cc-821f-e304fffd7c74" providerId="ADAL" clId="{96FACA42-3611-4883-8B93-19C4F783C7AC}" dt="2025-11-14T17:58:13.848" v="25" actId="26606"/>
          <ac:graphicFrameMkLst>
            <pc:docMk/>
            <pc:sldMk cId="0" sldId="258"/>
            <ac:graphicFrameMk id="5" creationId="{5C4B6F90-19D3-CB19-5293-046AF8A0F9DA}"/>
          </ac:graphicFrameMkLst>
        </pc:graphicFrameChg>
        <pc:picChg chg="add mod">
          <ac:chgData name="Jaime Tur" userId="0c147167-24ab-41cc-821f-e304fffd7c74" providerId="ADAL" clId="{96FACA42-3611-4883-8B93-19C4F783C7AC}" dt="2025-11-14T17:58:13.848" v="25" actId="26606"/>
          <ac:picMkLst>
            <pc:docMk/>
            <pc:sldMk cId="0" sldId="258"/>
            <ac:picMk id="6" creationId="{42346672-8335-584F-26D2-08A72AE21F55}"/>
          </ac:picMkLst>
        </pc:picChg>
      </pc:sldChg>
      <pc:sldChg chg="addSp delSp modSp mod ord setBg addAnim">
        <pc:chgData name="Jaime Tur" userId="0c147167-24ab-41cc-821f-e304fffd7c74" providerId="ADAL" clId="{96FACA42-3611-4883-8B93-19C4F783C7AC}" dt="2025-11-14T18:07:15.369" v="107"/>
        <pc:sldMkLst>
          <pc:docMk/>
          <pc:sldMk cId="0" sldId="259"/>
        </pc:sldMkLst>
        <pc:spChg chg="mod">
          <ac:chgData name="Jaime Tur" userId="0c147167-24ab-41cc-821f-e304fffd7c74" providerId="ADAL" clId="{96FACA42-3611-4883-8B93-19C4F783C7AC}" dt="2025-11-14T18:03:18.132" v="58" actId="20577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Jaime Tur" userId="0c147167-24ab-41cc-821f-e304fffd7c74" providerId="ADAL" clId="{96FACA42-3611-4883-8B93-19C4F783C7AC}" dt="2025-11-14T18:03:30.572" v="60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8" creationId="{1BB867FF-FC45-48F7-8104-F89BE54909F1}"/>
          </ac:spMkLst>
        </pc:spChg>
        <pc:spChg chg="add del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0" creationId="{8BB56887-D0D5-4F0C-9E19-7247EB83C8B7}"/>
          </ac:spMkLst>
        </pc:spChg>
        <pc:spChg chg="add del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2" creationId="{081E4A58-353D-44AE-B2FC-2A74E2E400F7}"/>
          </ac:spMkLst>
        </pc:spChg>
        <pc:spChg chg="add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7" creationId="{100EDD19-6802-4EC3-95CE-CFFAB042CFD6}"/>
          </ac:spMkLst>
        </pc:spChg>
        <pc:spChg chg="add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9" creationId="{DB17E863-922E-4C26-BD64-E8FD41D28661}"/>
          </ac:spMkLst>
        </pc:spChg>
        <pc:graphicFrameChg chg="add mod">
          <ac:chgData name="Jaime Tur" userId="0c147167-24ab-41cc-821f-e304fffd7c74" providerId="ADAL" clId="{96FACA42-3611-4883-8B93-19C4F783C7AC}" dt="2025-11-14T18:07:15.369" v="107"/>
          <ac:graphicFrameMkLst>
            <pc:docMk/>
            <pc:sldMk cId="0" sldId="259"/>
            <ac:graphicFrameMk id="4" creationId="{9B56F6FC-05EB-E069-9007-8843E01A0B22}"/>
          </ac:graphicFrameMkLst>
        </pc:graphicFrameChg>
      </pc:sldChg>
      <pc:sldChg chg="addSp delSp modSp del mod setBg delDesignElem">
        <pc:chgData name="Jaime Tur" userId="0c147167-24ab-41cc-821f-e304fffd7c74" providerId="ADAL" clId="{96FACA42-3611-4883-8B93-19C4F783C7AC}" dt="2025-11-14T18:05:50.019" v="90" actId="47"/>
        <pc:sldMkLst>
          <pc:docMk/>
          <pc:sldMk cId="0" sldId="260"/>
        </pc:sldMkLst>
        <pc:spChg chg="mod">
          <ac:chgData name="Jaime Tur" userId="0c147167-24ab-41cc-821f-e304fffd7c74" providerId="ADAL" clId="{96FACA42-3611-4883-8B93-19C4F783C7AC}" dt="2025-11-14T17:55:53.481" v="12" actId="26606"/>
          <ac:spMkLst>
            <pc:docMk/>
            <pc:sldMk cId="0" sldId="260"/>
            <ac:spMk id="2" creationId="{00000000-0000-0000-0000-000000000000}"/>
          </ac:spMkLst>
        </pc:spChg>
        <pc:spChg chg="del">
          <ac:chgData name="Jaime Tur" userId="0c147167-24ab-41cc-821f-e304fffd7c74" providerId="ADAL" clId="{96FACA42-3611-4883-8B93-19C4F783C7AC}" dt="2025-11-14T17:55:53.481" v="12" actId="26606"/>
          <ac:spMkLst>
            <pc:docMk/>
            <pc:sldMk cId="0" sldId="260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7:58:00.486" v="24"/>
          <ac:spMkLst>
            <pc:docMk/>
            <pc:sldMk cId="0" sldId="260"/>
            <ac:spMk id="10" creationId="{B50AB553-2A96-4A92-96F2-93548E096954}"/>
          </ac:spMkLst>
        </pc:spChg>
        <pc:graphicFrameChg chg="add">
          <ac:chgData name="Jaime Tur" userId="0c147167-24ab-41cc-821f-e304fffd7c74" providerId="ADAL" clId="{96FACA42-3611-4883-8B93-19C4F783C7AC}" dt="2025-11-14T17:55:53.481" v="12" actId="26606"/>
          <ac:graphicFrameMkLst>
            <pc:docMk/>
            <pc:sldMk cId="0" sldId="260"/>
            <ac:graphicFrameMk id="5" creationId="{D6FBAF62-2E68-5AA6-3611-2B6B35E8AAFC}"/>
          </ac:graphicFrameMkLst>
        </pc:graphicFrameChg>
        <pc:picChg chg="add">
          <ac:chgData name="Jaime Tur" userId="0c147167-24ab-41cc-821f-e304fffd7c74" providerId="ADAL" clId="{96FACA42-3611-4883-8B93-19C4F783C7AC}" dt="2025-11-14T17:55:53.481" v="12" actId="26606"/>
          <ac:picMkLst>
            <pc:docMk/>
            <pc:sldMk cId="0" sldId="260"/>
            <ac:picMk id="6" creationId="{13E47EFC-D452-71A4-8F1B-26D8A2984F1A}"/>
          </ac:picMkLst>
        </pc:picChg>
      </pc:sldChg>
      <pc:sldChg chg="addSp delSp modSp mod setBg addAnim">
        <pc:chgData name="Jaime Tur" userId="0c147167-24ab-41cc-821f-e304fffd7c74" providerId="ADAL" clId="{96FACA42-3611-4883-8B93-19C4F783C7AC}" dt="2025-11-14T18:01:25.854" v="38" actId="26606"/>
        <pc:sldMkLst>
          <pc:docMk/>
          <pc:sldMk cId="0" sldId="261"/>
        </pc:sldMkLst>
        <pc:spChg chg="mo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8" creationId="{1BB867FF-FC45-48F7-8104-F89BE54909F1}"/>
          </ac:spMkLst>
        </pc:spChg>
        <pc:spChg chg="add del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10" creationId="{8BB56887-D0D5-4F0C-9E19-7247EB83C8B7}"/>
          </ac:spMkLst>
        </pc:spChg>
        <pc:spChg chg="add del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12" creationId="{081E4A58-353D-44AE-B2FC-2A74E2E400F7}"/>
          </ac:spMkLst>
        </pc:spChg>
        <pc:spChg chg="add del">
          <ac:chgData name="Jaime Tur" userId="0c147167-24ab-41cc-821f-e304fffd7c74" providerId="ADAL" clId="{96FACA42-3611-4883-8B93-19C4F783C7AC}" dt="2025-11-14T18:01:25.843" v="37" actId="26606"/>
          <ac:spMkLst>
            <pc:docMk/>
            <pc:sldMk cId="0" sldId="261"/>
            <ac:spMk id="17" creationId="{943CAA20-3569-4189-9E48-239A229A86CA}"/>
          </ac:spMkLst>
        </pc:spChg>
        <pc:spChg chg="add del">
          <ac:chgData name="Jaime Tur" userId="0c147167-24ab-41cc-821f-e304fffd7c74" providerId="ADAL" clId="{96FACA42-3611-4883-8B93-19C4F783C7AC}" dt="2025-11-14T18:01:25.843" v="37" actId="26606"/>
          <ac:spMkLst>
            <pc:docMk/>
            <pc:sldMk cId="0" sldId="261"/>
            <ac:spMk id="19" creationId="{DA542B6D-E775-4832-91DC-2D20F857813A}"/>
          </ac:spMkLst>
        </pc:spChg>
        <pc:spChg chg="ad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21" creationId="{100EDD19-6802-4EC3-95CE-CFFAB042CFD6}"/>
          </ac:spMkLst>
        </pc:spChg>
        <pc:spChg chg="ad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22" creationId="{DB17E863-922E-4C26-BD64-E8FD41D28661}"/>
          </ac:spMkLst>
        </pc:spChg>
      </pc:sldChg>
      <pc:sldChg chg="addSp delSp modSp add del mod setBg">
        <pc:chgData name="Jaime Tur" userId="0c147167-24ab-41cc-821f-e304fffd7c74" providerId="ADAL" clId="{96FACA42-3611-4883-8B93-19C4F783C7AC}" dt="2025-11-14T18:07:26.228" v="109" actId="47"/>
        <pc:sldMkLst>
          <pc:docMk/>
          <pc:sldMk cId="0" sldId="262"/>
        </pc:sldMkLst>
        <pc:spChg chg="mod">
          <ac:chgData name="Jaime Tur" userId="0c147167-24ab-41cc-821f-e304fffd7c74" providerId="ADAL" clId="{96FACA42-3611-4883-8B93-19C4F783C7AC}" dt="2025-11-14T17:55:58.851" v="13" actId="26606"/>
          <ac:spMkLst>
            <pc:docMk/>
            <pc:sldMk cId="0" sldId="262"/>
            <ac:spMk id="2" creationId="{00000000-0000-0000-0000-000000000000}"/>
          </ac:spMkLst>
        </pc:spChg>
        <pc:spChg chg="del">
          <ac:chgData name="Jaime Tur" userId="0c147167-24ab-41cc-821f-e304fffd7c74" providerId="ADAL" clId="{96FACA42-3611-4883-8B93-19C4F783C7AC}" dt="2025-11-14T17:55:58.851" v="13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Jaime Tur" userId="0c147167-24ab-41cc-821f-e304fffd7c74" providerId="ADAL" clId="{96FACA42-3611-4883-8B93-19C4F783C7AC}" dt="2025-11-14T17:55:58.851" v="13" actId="26606"/>
          <ac:spMkLst>
            <pc:docMk/>
            <pc:sldMk cId="0" sldId="262"/>
            <ac:spMk id="10" creationId="{B50AB553-2A96-4A92-96F2-93548E096954}"/>
          </ac:spMkLst>
        </pc:spChg>
        <pc:graphicFrameChg chg="add">
          <ac:chgData name="Jaime Tur" userId="0c147167-24ab-41cc-821f-e304fffd7c74" providerId="ADAL" clId="{96FACA42-3611-4883-8B93-19C4F783C7AC}" dt="2025-11-14T17:55:58.851" v="13" actId="26606"/>
          <ac:graphicFrameMkLst>
            <pc:docMk/>
            <pc:sldMk cId="0" sldId="262"/>
            <ac:graphicFrameMk id="5" creationId="{5B27CA4B-77CB-B70F-97B4-B8F65A097F95}"/>
          </ac:graphicFrameMkLst>
        </pc:graphicFrameChg>
        <pc:picChg chg="add">
          <ac:chgData name="Jaime Tur" userId="0c147167-24ab-41cc-821f-e304fffd7c74" providerId="ADAL" clId="{96FACA42-3611-4883-8B93-19C4F783C7AC}" dt="2025-11-14T17:55:58.851" v="13" actId="26606"/>
          <ac:picMkLst>
            <pc:docMk/>
            <pc:sldMk cId="0" sldId="262"/>
            <ac:picMk id="6" creationId="{8003957F-A030-8845-B8FE-76EC1661EBA0}"/>
          </ac:picMkLst>
        </pc:picChg>
      </pc:sldChg>
      <pc:sldChg chg="addSp delSp modSp mod setBg">
        <pc:chgData name="Jaime Tur" userId="0c147167-24ab-41cc-821f-e304fffd7c74" providerId="ADAL" clId="{96FACA42-3611-4883-8B93-19C4F783C7AC}" dt="2025-11-14T18:01:05.897" v="35" actId="26606"/>
        <pc:sldMkLst>
          <pc:docMk/>
          <pc:sldMk cId="0" sldId="263"/>
        </pc:sldMkLst>
        <pc:spChg chg="mo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8" creationId="{1BB867FF-FC45-48F7-8104-F89BE54909F1}"/>
          </ac:spMkLst>
        </pc:spChg>
        <pc:spChg chg="add del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0" creationId="{8BB56887-D0D5-4F0C-9E19-7247EB83C8B7}"/>
          </ac:spMkLst>
        </pc:spChg>
        <pc:spChg chg="add del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2" creationId="{081E4A58-353D-44AE-B2FC-2A74E2E400F7}"/>
          </ac:spMkLst>
        </pc:spChg>
        <pc:spChg chg="ad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7" creationId="{100EDD19-6802-4EC3-95CE-CFFAB042CFD6}"/>
          </ac:spMkLst>
        </pc:spChg>
        <pc:spChg chg="ad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9" creationId="{DB17E863-922E-4C26-BD64-E8FD41D28661}"/>
          </ac:spMkLst>
        </pc:spChg>
      </pc:sldChg>
      <pc:sldChg chg="addSp delSp modSp add mod">
        <pc:chgData name="Jaime Tur" userId="0c147167-24ab-41cc-821f-e304fffd7c74" providerId="ADAL" clId="{96FACA42-3611-4883-8B93-19C4F783C7AC}" dt="2025-11-14T18:04:14.203" v="68"/>
        <pc:sldMkLst>
          <pc:docMk/>
          <pc:sldMk cId="1233346370" sldId="264"/>
        </pc:sldMkLst>
        <pc:spChg chg="mod">
          <ac:chgData name="Jaime Tur" userId="0c147167-24ab-41cc-821f-e304fffd7c74" providerId="ADAL" clId="{96FACA42-3611-4883-8B93-19C4F783C7AC}" dt="2025-11-14T18:03:50.378" v="63"/>
          <ac:spMkLst>
            <pc:docMk/>
            <pc:sldMk cId="1233346370" sldId="264"/>
            <ac:spMk id="2" creationId="{71C92489-1615-4D57-43B5-5E08DF475047}"/>
          </ac:spMkLst>
        </pc:spChg>
        <pc:spChg chg="del">
          <ac:chgData name="Jaime Tur" userId="0c147167-24ab-41cc-821f-e304fffd7c74" providerId="ADAL" clId="{96FACA42-3611-4883-8B93-19C4F783C7AC}" dt="2025-11-14T18:04:01.600" v="64" actId="478"/>
          <ac:spMkLst>
            <pc:docMk/>
            <pc:sldMk cId="1233346370" sldId="264"/>
            <ac:spMk id="3" creationId="{3D5689A9-CFD7-4243-D490-5B60600161EB}"/>
          </ac:spMkLst>
        </pc:spChg>
        <pc:spChg chg="add del mod">
          <ac:chgData name="Jaime Tur" userId="0c147167-24ab-41cc-821f-e304fffd7c74" providerId="ADAL" clId="{96FACA42-3611-4883-8B93-19C4F783C7AC}" dt="2025-11-14T18:04:13.198" v="67" actId="478"/>
          <ac:spMkLst>
            <pc:docMk/>
            <pc:sldMk cId="1233346370" sldId="264"/>
            <ac:spMk id="5" creationId="{0EBA4DA5-2281-4E1D-75B0-CEF5A8B0D08B}"/>
          </ac:spMkLst>
        </pc:spChg>
        <pc:graphicFrameChg chg="add mod">
          <ac:chgData name="Jaime Tur" userId="0c147167-24ab-41cc-821f-e304fffd7c74" providerId="ADAL" clId="{96FACA42-3611-4883-8B93-19C4F783C7AC}" dt="2025-11-14T18:04:08.863" v="66"/>
          <ac:graphicFrameMkLst>
            <pc:docMk/>
            <pc:sldMk cId="1233346370" sldId="264"/>
            <ac:graphicFrameMk id="6" creationId="{BEEA9A67-963E-AE26-497E-B095D3DF647B}"/>
          </ac:graphicFrameMkLst>
        </pc:graphicFrameChg>
        <pc:graphicFrameChg chg="add mod">
          <ac:chgData name="Jaime Tur" userId="0c147167-24ab-41cc-821f-e304fffd7c74" providerId="ADAL" clId="{96FACA42-3611-4883-8B93-19C4F783C7AC}" dt="2025-11-14T18:04:14.203" v="68"/>
          <ac:graphicFrameMkLst>
            <pc:docMk/>
            <pc:sldMk cId="1233346370" sldId="264"/>
            <ac:graphicFrameMk id="7" creationId="{1A639F29-48DF-59A8-5899-535A4C880E2A}"/>
          </ac:graphicFrameMkLst>
        </pc:graphicFrameChg>
      </pc:sldChg>
      <pc:sldChg chg="add">
        <pc:chgData name="Jaime Tur" userId="0c147167-24ab-41cc-821f-e304fffd7c74" providerId="ADAL" clId="{96FACA42-3611-4883-8B93-19C4F783C7AC}" dt="2025-11-14T18:03:43.752" v="62" actId="2890"/>
        <pc:sldMkLst>
          <pc:docMk/>
          <pc:sldMk cId="2426699377" sldId="265"/>
        </pc:sldMkLst>
      </pc:sldChg>
      <pc:sldChg chg="addSp delSp modSp add del mod setBg delDesignElem">
        <pc:chgData name="Jaime Tur" userId="0c147167-24ab-41cc-821f-e304fffd7c74" providerId="ADAL" clId="{96FACA42-3611-4883-8B93-19C4F783C7AC}" dt="2025-11-14T18:05:21.513" v="83" actId="47"/>
        <pc:sldMkLst>
          <pc:docMk/>
          <pc:sldMk cId="1375192382" sldId="266"/>
        </pc:sldMkLst>
        <pc:spChg chg="mod">
          <ac:chgData name="Jaime Tur" userId="0c147167-24ab-41cc-821f-e304fffd7c74" providerId="ADAL" clId="{96FACA42-3611-4883-8B93-19C4F783C7AC}" dt="2025-11-14T18:04:40.151" v="72"/>
          <ac:spMkLst>
            <pc:docMk/>
            <pc:sldMk cId="1375192382" sldId="266"/>
            <ac:spMk id="2" creationId="{1BAA8637-8F4D-5329-1120-8C434F6D0C49}"/>
          </ac:spMkLst>
        </pc:spChg>
        <pc:spChg chg="add del mod">
          <ac:chgData name="Jaime Tur" userId="0c147167-24ab-41cc-821f-e304fffd7c74" providerId="ADAL" clId="{96FACA42-3611-4883-8B93-19C4F783C7AC}" dt="2025-11-14T18:05:01.023" v="77" actId="478"/>
          <ac:spMkLst>
            <pc:docMk/>
            <pc:sldMk cId="1375192382" sldId="266"/>
            <ac:spMk id="4" creationId="{EF0DE79A-C556-154F-A26B-EF53BBD8B119}"/>
          </ac:spMkLst>
        </pc:spChg>
        <pc:spChg chg="add del">
          <ac:chgData name="Jaime Tur" userId="0c147167-24ab-41cc-821f-e304fffd7c74" providerId="ADAL" clId="{96FACA42-3611-4883-8B93-19C4F783C7AC}" dt="2025-11-14T18:05:09.258" v="79"/>
          <ac:spMkLst>
            <pc:docMk/>
            <pc:sldMk cId="1375192382" sldId="266"/>
            <ac:spMk id="17" creationId="{8C2FE627-A056-7A73-517D-36881DA69BAC}"/>
          </ac:spMkLst>
        </pc:spChg>
        <pc:spChg chg="add del">
          <ac:chgData name="Jaime Tur" userId="0c147167-24ab-41cc-821f-e304fffd7c74" providerId="ADAL" clId="{96FACA42-3611-4883-8B93-19C4F783C7AC}" dt="2025-11-14T18:05:09.258" v="79"/>
          <ac:spMkLst>
            <pc:docMk/>
            <pc:sldMk cId="1375192382" sldId="266"/>
            <ac:spMk id="19" creationId="{EA8D81A2-F58D-73B1-2315-75D05FC96385}"/>
          </ac:spMkLst>
        </pc:spChg>
        <pc:graphicFrameChg chg="add mod">
          <ac:chgData name="Jaime Tur" userId="0c147167-24ab-41cc-821f-e304fffd7c74" providerId="ADAL" clId="{96FACA42-3611-4883-8B93-19C4F783C7AC}" dt="2025-11-14T18:04:53.689" v="75"/>
          <ac:graphicFrameMkLst>
            <pc:docMk/>
            <pc:sldMk cId="1375192382" sldId="266"/>
            <ac:graphicFrameMk id="5" creationId="{7D95ED28-F044-B542-FEBC-192E170DE61F}"/>
          </ac:graphicFrameMkLst>
        </pc:graphicFrameChg>
        <pc:graphicFrameChg chg="add del">
          <ac:chgData name="Jaime Tur" userId="0c147167-24ab-41cc-821f-e304fffd7c74" providerId="ADAL" clId="{96FACA42-3611-4883-8B93-19C4F783C7AC}" dt="2025-11-14T18:05:01.023" v="77" actId="478"/>
          <ac:graphicFrameMkLst>
            <pc:docMk/>
            <pc:sldMk cId="1375192382" sldId="266"/>
            <ac:graphicFrameMk id="7" creationId="{152D5676-3B30-632E-AD7F-7DEF057B2216}"/>
          </ac:graphicFrameMkLst>
        </pc:graphicFrameChg>
      </pc:sldChg>
      <pc:sldChg chg="addSp delSp modSp add mod ord">
        <pc:chgData name="Jaime Tur" userId="0c147167-24ab-41cc-821f-e304fffd7c74" providerId="ADAL" clId="{96FACA42-3611-4883-8B93-19C4F783C7AC}" dt="2025-11-14T18:05:47.469" v="89"/>
        <pc:sldMkLst>
          <pc:docMk/>
          <pc:sldMk cId="3924793611" sldId="267"/>
        </pc:sldMkLst>
        <pc:spChg chg="mod">
          <ac:chgData name="Jaime Tur" userId="0c147167-24ab-41cc-821f-e304fffd7c74" providerId="ADAL" clId="{96FACA42-3611-4883-8B93-19C4F783C7AC}" dt="2025-11-14T18:05:28.489" v="84"/>
          <ac:spMkLst>
            <pc:docMk/>
            <pc:sldMk cId="3924793611" sldId="267"/>
            <ac:spMk id="2" creationId="{0BCD6D37-2F8A-1DCD-D975-A8F18DA6B475}"/>
          </ac:spMkLst>
        </pc:spChg>
        <pc:spChg chg="add del mod">
          <ac:chgData name="Jaime Tur" userId="0c147167-24ab-41cc-821f-e304fffd7c74" providerId="ADAL" clId="{96FACA42-3611-4883-8B93-19C4F783C7AC}" dt="2025-11-14T18:05:39.479" v="88" actId="478"/>
          <ac:spMkLst>
            <pc:docMk/>
            <pc:sldMk cId="3924793611" sldId="267"/>
            <ac:spMk id="4" creationId="{A76ED774-EB2B-32E9-6EC6-2959C7D33FCE}"/>
          </ac:spMkLst>
        </pc:spChg>
        <pc:graphicFrameChg chg="add mod">
          <ac:chgData name="Jaime Tur" userId="0c147167-24ab-41cc-821f-e304fffd7c74" providerId="ADAL" clId="{96FACA42-3611-4883-8B93-19C4F783C7AC}" dt="2025-11-14T18:05:47.469" v="89"/>
          <ac:graphicFrameMkLst>
            <pc:docMk/>
            <pc:sldMk cId="3924793611" sldId="267"/>
            <ac:graphicFrameMk id="5" creationId="{632B939B-C724-1408-A078-66B491975A14}"/>
          </ac:graphicFrameMkLst>
        </pc:graphicFrameChg>
        <pc:graphicFrameChg chg="del mod">
          <ac:chgData name="Jaime Tur" userId="0c147167-24ab-41cc-821f-e304fffd7c74" providerId="ADAL" clId="{96FACA42-3611-4883-8B93-19C4F783C7AC}" dt="2025-11-14T18:05:37.496" v="87" actId="478"/>
          <ac:graphicFrameMkLst>
            <pc:docMk/>
            <pc:sldMk cId="3924793611" sldId="267"/>
            <ac:graphicFrameMk id="7" creationId="{D46A45F9-05FB-7A8E-D94A-3832CAFA2A2B}"/>
          </ac:graphicFrameMkLst>
        </pc:graphicFrameChg>
      </pc:sldChg>
      <pc:sldChg chg="addSp delSp modSp add mod">
        <pc:chgData name="Jaime Tur" userId="0c147167-24ab-41cc-821f-e304fffd7c74" providerId="ADAL" clId="{96FACA42-3611-4883-8B93-19C4F783C7AC}" dt="2025-11-14T18:06:33.822" v="105"/>
        <pc:sldMkLst>
          <pc:docMk/>
          <pc:sldMk cId="1501656052" sldId="268"/>
        </pc:sldMkLst>
        <pc:spChg chg="mod">
          <ac:chgData name="Jaime Tur" userId="0c147167-24ab-41cc-821f-e304fffd7c74" providerId="ADAL" clId="{96FACA42-3611-4883-8B93-19C4F783C7AC}" dt="2025-11-14T18:06:20.727" v="102" actId="20577"/>
          <ac:spMkLst>
            <pc:docMk/>
            <pc:sldMk cId="1501656052" sldId="268"/>
            <ac:spMk id="2" creationId="{3E632FE8-EB33-68CF-B802-D334200120B4}"/>
          </ac:spMkLst>
        </pc:spChg>
        <pc:spChg chg="del">
          <ac:chgData name="Jaime Tur" userId="0c147167-24ab-41cc-821f-e304fffd7c74" providerId="ADAL" clId="{96FACA42-3611-4883-8B93-19C4F783C7AC}" dt="2025-11-14T18:06:30.665" v="103" actId="478"/>
          <ac:spMkLst>
            <pc:docMk/>
            <pc:sldMk cId="1501656052" sldId="268"/>
            <ac:spMk id="3" creationId="{C37390BC-8BCA-EDBF-5F7D-F9E001250E80}"/>
          </ac:spMkLst>
        </pc:spChg>
        <pc:spChg chg="add del mod">
          <ac:chgData name="Jaime Tur" userId="0c147167-24ab-41cc-821f-e304fffd7c74" providerId="ADAL" clId="{96FACA42-3611-4883-8B93-19C4F783C7AC}" dt="2025-11-14T18:06:33.283" v="104" actId="478"/>
          <ac:spMkLst>
            <pc:docMk/>
            <pc:sldMk cId="1501656052" sldId="268"/>
            <ac:spMk id="5" creationId="{27510E8C-EEBE-592E-CD40-27D1510EF792}"/>
          </ac:spMkLst>
        </pc:spChg>
        <pc:graphicFrameChg chg="add mod">
          <ac:chgData name="Jaime Tur" userId="0c147167-24ab-41cc-821f-e304fffd7c74" providerId="ADAL" clId="{96FACA42-3611-4883-8B93-19C4F783C7AC}" dt="2025-11-14T18:06:33.822" v="105"/>
          <ac:graphicFrameMkLst>
            <pc:docMk/>
            <pc:sldMk cId="1501656052" sldId="268"/>
            <ac:graphicFrameMk id="6" creationId="{F387B9CB-8919-DB69-5D6E-F0F99125FF2B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E0474F-4CC5-46AF-9371-7D5F2DF9FABF}" type="doc">
      <dgm:prSet loTypeId="urn:microsoft.com/office/officeart/2005/8/layout/hList1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8BE62DE-2980-469D-846A-317CF9DE3815}">
      <dgm:prSet/>
      <dgm:spPr/>
      <dgm:t>
        <a:bodyPr/>
        <a:lstStyle/>
        <a:p>
          <a:r>
            <a:rPr lang="en-US" dirty="0"/>
            <a:t>NR nodes with N77 cells (</a:t>
          </a:r>
          <a:r>
            <a:rPr lang="en-US" dirty="0" err="1"/>
            <a:t>NRCellDU</a:t>
          </a:r>
          <a:r>
            <a:rPr lang="en-US" dirty="0"/>
            <a:t> SSB starting with '6'): </a:t>
          </a:r>
        </a:p>
      </dgm:t>
    </dgm:pt>
    <dgm:pt modelId="{1A6D6696-783B-469C-AF6A-DC2AC01E3DC8}" type="parTrans" cxnId="{BA7C03E0-38CB-4108-A438-2128A6DD98D4}">
      <dgm:prSet/>
      <dgm:spPr/>
      <dgm:t>
        <a:bodyPr/>
        <a:lstStyle/>
        <a:p>
          <a:endParaRPr lang="en-US" sz="1100"/>
        </a:p>
      </dgm:t>
    </dgm:pt>
    <dgm:pt modelId="{45BE2D54-1F87-4D99-9730-50A428949A0B}" type="sibTrans" cxnId="{BA7C03E0-38CB-4108-A438-2128A6DD98D4}">
      <dgm:prSet/>
      <dgm:spPr/>
      <dgm:t>
        <a:bodyPr/>
        <a:lstStyle/>
        <a:p>
          <a:endParaRPr lang="en-US"/>
        </a:p>
      </dgm:t>
    </dgm:pt>
    <dgm:pt modelId="{DF8637A4-AE58-454C-9E92-C3ACA7571B74}">
      <dgm:prSet/>
      <dgm:spPr/>
      <dgm:t>
        <a:bodyPr/>
        <a:lstStyle/>
        <a:p>
          <a:endParaRPr lang="en-US" dirty="0"/>
        </a:p>
      </dgm:t>
    </dgm:pt>
    <dgm:pt modelId="{1A529F54-F374-4575-BE8D-D58C61080C80}" type="parTrans" cxnId="{2FBAD253-40E7-48D4-9968-93E6D0433F47}">
      <dgm:prSet/>
      <dgm:spPr/>
      <dgm:t>
        <a:bodyPr/>
        <a:lstStyle/>
        <a:p>
          <a:endParaRPr lang="en-US" sz="1100"/>
        </a:p>
      </dgm:t>
    </dgm:pt>
    <dgm:pt modelId="{D990229C-585F-4388-8503-660B04C3A93D}" type="sibTrans" cxnId="{2FBAD253-40E7-48D4-9968-93E6D0433F47}">
      <dgm:prSet/>
      <dgm:spPr/>
      <dgm:t>
        <a:bodyPr/>
        <a:lstStyle/>
        <a:p>
          <a:endParaRPr lang="en-US"/>
        </a:p>
      </dgm:t>
    </dgm:pt>
    <dgm:pt modelId="{426F22A9-A06F-4530-BEF5-F2CDE6B9F3B4}">
      <dgm:prSet/>
      <dgm:spPr/>
      <dgm:t>
        <a:bodyPr/>
        <a:lstStyle/>
        <a:p>
          <a:r>
            <a:rPr lang="en-US" dirty="0"/>
            <a:t>N77 cells with SSB not in allowed list: </a:t>
          </a:r>
        </a:p>
      </dgm:t>
    </dgm:pt>
    <dgm:pt modelId="{A0A9B886-9BD5-4084-92D7-5CF3836FB42B}" type="parTrans" cxnId="{09F3AC65-BE96-451D-9FC6-9BEF8643B4CB}">
      <dgm:prSet/>
      <dgm:spPr/>
      <dgm:t>
        <a:bodyPr/>
        <a:lstStyle/>
        <a:p>
          <a:endParaRPr lang="en-US" sz="1100"/>
        </a:p>
      </dgm:t>
    </dgm:pt>
    <dgm:pt modelId="{9E363C77-10A2-4922-83ED-0C9D86ED4E2A}" type="sibTrans" cxnId="{09F3AC65-BE96-451D-9FC6-9BEF8643B4CB}">
      <dgm:prSet/>
      <dgm:spPr/>
      <dgm:t>
        <a:bodyPr/>
        <a:lstStyle/>
        <a:p>
          <a:endParaRPr lang="en-US"/>
        </a:p>
      </dgm:t>
    </dgm:pt>
    <dgm:pt modelId="{1FB16E05-6411-4AC6-A1E7-C450BF2267C1}">
      <dgm:prSet/>
      <dgm:spPr/>
      <dgm:t>
        <a:bodyPr/>
        <a:lstStyle/>
        <a:p>
          <a:endParaRPr lang="en-US" dirty="0"/>
        </a:p>
      </dgm:t>
    </dgm:pt>
    <dgm:pt modelId="{591318A4-CF45-4872-BB61-90399B9D74A7}" type="parTrans" cxnId="{66723EDA-C959-4A53-A3D5-852139B69D42}">
      <dgm:prSet/>
      <dgm:spPr/>
      <dgm:t>
        <a:bodyPr/>
        <a:lstStyle/>
        <a:p>
          <a:endParaRPr lang="en-US" sz="1100"/>
        </a:p>
      </dgm:t>
    </dgm:pt>
    <dgm:pt modelId="{5867EF8C-5E28-484D-8011-54AD056641CD}" type="sibTrans" cxnId="{66723EDA-C959-4A53-A3D5-852139B69D42}">
      <dgm:prSet/>
      <dgm:spPr/>
      <dgm:t>
        <a:bodyPr/>
        <a:lstStyle/>
        <a:p>
          <a:endParaRPr lang="en-US"/>
        </a:p>
      </dgm:t>
    </dgm:pt>
    <dgm:pt modelId="{4BE6B30F-C734-4E04-AE12-5BA50AD02BB1}">
      <dgm:prSet/>
      <dgm:spPr/>
      <dgm:t>
        <a:bodyPr/>
        <a:lstStyle/>
        <a:p>
          <a:r>
            <a:rPr lang="en-US" dirty="0"/>
            <a:t>NR nodes with N77B sectors (</a:t>
          </a:r>
          <a:r>
            <a:rPr lang="en-US" dirty="0" err="1"/>
            <a:t>NRSectorCarrier</a:t>
          </a:r>
          <a:r>
            <a:rPr lang="en-US" dirty="0"/>
            <a:t> ARFCN starting with '6'): </a:t>
          </a:r>
        </a:p>
      </dgm:t>
    </dgm:pt>
    <dgm:pt modelId="{3DA851BA-E103-4808-8BEA-6F3C9BE39AE8}" type="parTrans" cxnId="{26D33F0F-4717-4658-A691-C65C962A7CA7}">
      <dgm:prSet/>
      <dgm:spPr/>
      <dgm:t>
        <a:bodyPr/>
        <a:lstStyle/>
        <a:p>
          <a:endParaRPr lang="en-US" sz="1100"/>
        </a:p>
      </dgm:t>
    </dgm:pt>
    <dgm:pt modelId="{1BAEE4B3-6EE4-40C0-882F-2C80D7F89073}" type="sibTrans" cxnId="{26D33F0F-4717-4658-A691-C65C962A7CA7}">
      <dgm:prSet/>
      <dgm:spPr/>
      <dgm:t>
        <a:bodyPr/>
        <a:lstStyle/>
        <a:p>
          <a:endParaRPr lang="en-US"/>
        </a:p>
      </dgm:t>
    </dgm:pt>
    <dgm:pt modelId="{30CCF94E-63CF-4220-902D-F0B31FC8BE0D}">
      <dgm:prSet/>
      <dgm:spPr/>
      <dgm:t>
        <a:bodyPr/>
        <a:lstStyle/>
        <a:p>
          <a:endParaRPr lang="en-US" dirty="0"/>
        </a:p>
      </dgm:t>
    </dgm:pt>
    <dgm:pt modelId="{5E341DBD-C1F8-47E4-9F22-33F5DDD5574E}" type="parTrans" cxnId="{C959D7EE-07A1-4D1D-A01E-BB2EDC449023}">
      <dgm:prSet/>
      <dgm:spPr/>
      <dgm:t>
        <a:bodyPr/>
        <a:lstStyle/>
        <a:p>
          <a:endParaRPr lang="en-US" sz="1100"/>
        </a:p>
      </dgm:t>
    </dgm:pt>
    <dgm:pt modelId="{CBCD4B9A-9483-4AC7-8FA4-C776CF139A0B}" type="sibTrans" cxnId="{C959D7EE-07A1-4D1D-A01E-BB2EDC449023}">
      <dgm:prSet/>
      <dgm:spPr/>
      <dgm:t>
        <a:bodyPr/>
        <a:lstStyle/>
        <a:p>
          <a:endParaRPr lang="en-US"/>
        </a:p>
      </dgm:t>
    </dgm:pt>
    <dgm:pt modelId="{5A197D5A-F81B-4653-BAF7-C5AE3D726D7D}">
      <dgm:prSet/>
      <dgm:spPr/>
      <dgm:t>
        <a:bodyPr/>
        <a:lstStyle/>
        <a:p>
          <a:r>
            <a:rPr lang="en-US" dirty="0"/>
            <a:t>N77B sectors with ARFCN not in allowed list: </a:t>
          </a:r>
        </a:p>
      </dgm:t>
    </dgm:pt>
    <dgm:pt modelId="{028B3F08-F6AD-4F66-8E09-13C961E1BF67}" type="parTrans" cxnId="{6A3A593C-D869-423E-B308-928CEEAE695B}">
      <dgm:prSet/>
      <dgm:spPr/>
      <dgm:t>
        <a:bodyPr/>
        <a:lstStyle/>
        <a:p>
          <a:endParaRPr lang="en-US" sz="1100"/>
        </a:p>
      </dgm:t>
    </dgm:pt>
    <dgm:pt modelId="{3EB7B922-C44C-4A5A-A2F5-1D68A1E26B91}" type="sibTrans" cxnId="{6A3A593C-D869-423E-B308-928CEEAE695B}">
      <dgm:prSet/>
      <dgm:spPr/>
      <dgm:t>
        <a:bodyPr/>
        <a:lstStyle/>
        <a:p>
          <a:endParaRPr lang="en-US"/>
        </a:p>
      </dgm:t>
    </dgm:pt>
    <dgm:pt modelId="{F60AE3D8-97E8-450F-AFC5-FA4EC1EEE8A8}">
      <dgm:prSet custT="1"/>
      <dgm:spPr/>
      <dgm:t>
        <a:bodyPr/>
        <a:lstStyle/>
        <a:p>
          <a:endParaRPr lang="en-US" sz="600" dirty="0"/>
        </a:p>
      </dgm:t>
    </dgm:pt>
    <dgm:pt modelId="{17C7001B-8370-4722-9BBD-69BD657F4F3A}" type="parTrans" cxnId="{88FB8A47-9727-489A-8DD4-61F95AE09170}">
      <dgm:prSet/>
      <dgm:spPr/>
      <dgm:t>
        <a:bodyPr/>
        <a:lstStyle/>
        <a:p>
          <a:endParaRPr lang="en-US" sz="1100"/>
        </a:p>
      </dgm:t>
    </dgm:pt>
    <dgm:pt modelId="{42EA2C4D-11E5-4E00-8558-C56660F15313}" type="sibTrans" cxnId="{88FB8A47-9727-489A-8DD4-61F95AE09170}">
      <dgm:prSet/>
      <dgm:spPr/>
      <dgm:t>
        <a:bodyPr/>
        <a:lstStyle/>
        <a:p>
          <a:endParaRPr lang="en-US"/>
        </a:p>
      </dgm:t>
    </dgm:pt>
    <dgm:pt modelId="{385A4803-E4C3-4DC0-A264-5C6B3BA7F791}" type="pres">
      <dgm:prSet presAssocID="{68E0474F-4CC5-46AF-9371-7D5F2DF9FABF}" presName="Name0" presStyleCnt="0">
        <dgm:presLayoutVars>
          <dgm:dir/>
          <dgm:animLvl val="lvl"/>
          <dgm:resizeHandles val="exact"/>
        </dgm:presLayoutVars>
      </dgm:prSet>
      <dgm:spPr/>
    </dgm:pt>
    <dgm:pt modelId="{3923D1F8-CEAA-4201-974F-DB2B0D76CC10}" type="pres">
      <dgm:prSet presAssocID="{78BE62DE-2980-469D-846A-317CF9DE3815}" presName="composite" presStyleCnt="0"/>
      <dgm:spPr/>
    </dgm:pt>
    <dgm:pt modelId="{33A45281-2C15-4B1E-A395-FB5A751E0739}" type="pres">
      <dgm:prSet presAssocID="{78BE62DE-2980-469D-846A-317CF9DE3815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1F9506ED-3E80-4DAF-8BE7-2DA93DCDC800}" type="pres">
      <dgm:prSet presAssocID="{78BE62DE-2980-469D-846A-317CF9DE3815}" presName="desTx" presStyleLbl="alignAccFollowNode1" presStyleIdx="0" presStyleCnt="4">
        <dgm:presLayoutVars>
          <dgm:bulletEnabled val="1"/>
        </dgm:presLayoutVars>
      </dgm:prSet>
      <dgm:spPr/>
    </dgm:pt>
    <dgm:pt modelId="{74E504A9-7E6A-45EE-9BF5-D0439E83858B}" type="pres">
      <dgm:prSet presAssocID="{45BE2D54-1F87-4D99-9730-50A428949A0B}" presName="space" presStyleCnt="0"/>
      <dgm:spPr/>
    </dgm:pt>
    <dgm:pt modelId="{B4B9397A-333B-4D5B-ABC4-9A7203FB955C}" type="pres">
      <dgm:prSet presAssocID="{426F22A9-A06F-4530-BEF5-F2CDE6B9F3B4}" presName="composite" presStyleCnt="0"/>
      <dgm:spPr/>
    </dgm:pt>
    <dgm:pt modelId="{80B954A5-5A17-4F3D-95DA-68BDAC2AEFB8}" type="pres">
      <dgm:prSet presAssocID="{426F22A9-A06F-4530-BEF5-F2CDE6B9F3B4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AE3731B6-BD93-4A60-963A-4E960E16E83B}" type="pres">
      <dgm:prSet presAssocID="{426F22A9-A06F-4530-BEF5-F2CDE6B9F3B4}" presName="desTx" presStyleLbl="alignAccFollowNode1" presStyleIdx="1" presStyleCnt="4">
        <dgm:presLayoutVars>
          <dgm:bulletEnabled val="1"/>
        </dgm:presLayoutVars>
      </dgm:prSet>
      <dgm:spPr/>
    </dgm:pt>
    <dgm:pt modelId="{7FB8F401-4D82-43E2-B159-9F4D35B57E6D}" type="pres">
      <dgm:prSet presAssocID="{9E363C77-10A2-4922-83ED-0C9D86ED4E2A}" presName="space" presStyleCnt="0"/>
      <dgm:spPr/>
    </dgm:pt>
    <dgm:pt modelId="{0730AD13-6369-4866-969B-CEF6F7374C53}" type="pres">
      <dgm:prSet presAssocID="{4BE6B30F-C734-4E04-AE12-5BA50AD02BB1}" presName="composite" presStyleCnt="0"/>
      <dgm:spPr/>
    </dgm:pt>
    <dgm:pt modelId="{A816A93E-B847-4D58-A0C0-FCD822DA357A}" type="pres">
      <dgm:prSet presAssocID="{4BE6B30F-C734-4E04-AE12-5BA50AD02BB1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A16134B0-087A-41F4-8ECA-8D9AAC69D8A6}" type="pres">
      <dgm:prSet presAssocID="{4BE6B30F-C734-4E04-AE12-5BA50AD02BB1}" presName="desTx" presStyleLbl="alignAccFollowNode1" presStyleIdx="2" presStyleCnt="4">
        <dgm:presLayoutVars>
          <dgm:bulletEnabled val="1"/>
        </dgm:presLayoutVars>
      </dgm:prSet>
      <dgm:spPr/>
    </dgm:pt>
    <dgm:pt modelId="{7EC78C55-624B-4278-B3A7-C7A89F58BA2C}" type="pres">
      <dgm:prSet presAssocID="{1BAEE4B3-6EE4-40C0-882F-2C80D7F89073}" presName="space" presStyleCnt="0"/>
      <dgm:spPr/>
    </dgm:pt>
    <dgm:pt modelId="{BBE89CA0-2D79-46F2-84F3-1AC2E9EC1749}" type="pres">
      <dgm:prSet presAssocID="{5A197D5A-F81B-4653-BAF7-C5AE3D726D7D}" presName="composite" presStyleCnt="0"/>
      <dgm:spPr/>
    </dgm:pt>
    <dgm:pt modelId="{A0931F9E-D294-4F5C-8A65-B7AA94A9A0AF}" type="pres">
      <dgm:prSet presAssocID="{5A197D5A-F81B-4653-BAF7-C5AE3D726D7D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0DF35A15-E040-4EA8-AA4D-5EEFDDD454DD}" type="pres">
      <dgm:prSet presAssocID="{5A197D5A-F81B-4653-BAF7-C5AE3D726D7D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26D33F0F-4717-4658-A691-C65C962A7CA7}" srcId="{68E0474F-4CC5-46AF-9371-7D5F2DF9FABF}" destId="{4BE6B30F-C734-4E04-AE12-5BA50AD02BB1}" srcOrd="2" destOrd="0" parTransId="{3DA851BA-E103-4808-8BEA-6F3C9BE39AE8}" sibTransId="{1BAEE4B3-6EE4-40C0-882F-2C80D7F89073}"/>
    <dgm:cxn modelId="{9984912B-BF27-4E63-A60F-29C22FE5419E}" type="presOf" srcId="{F60AE3D8-97E8-450F-AFC5-FA4EC1EEE8A8}" destId="{0DF35A15-E040-4EA8-AA4D-5EEFDDD454DD}" srcOrd="0" destOrd="0" presId="urn:microsoft.com/office/officeart/2005/8/layout/hList1"/>
    <dgm:cxn modelId="{3761D335-D29B-421D-9C4A-E0492A836864}" type="presOf" srcId="{DF8637A4-AE58-454C-9E92-C3ACA7571B74}" destId="{1F9506ED-3E80-4DAF-8BE7-2DA93DCDC800}" srcOrd="0" destOrd="0" presId="urn:microsoft.com/office/officeart/2005/8/layout/hList1"/>
    <dgm:cxn modelId="{6A3A593C-D869-423E-B308-928CEEAE695B}" srcId="{68E0474F-4CC5-46AF-9371-7D5F2DF9FABF}" destId="{5A197D5A-F81B-4653-BAF7-C5AE3D726D7D}" srcOrd="3" destOrd="0" parTransId="{028B3F08-F6AD-4F66-8E09-13C961E1BF67}" sibTransId="{3EB7B922-C44C-4A5A-A2F5-1D68A1E26B91}"/>
    <dgm:cxn modelId="{3F2EAD64-4A10-407B-A895-DF12E3371CF3}" type="presOf" srcId="{426F22A9-A06F-4530-BEF5-F2CDE6B9F3B4}" destId="{80B954A5-5A17-4F3D-95DA-68BDAC2AEFB8}" srcOrd="0" destOrd="0" presId="urn:microsoft.com/office/officeart/2005/8/layout/hList1"/>
    <dgm:cxn modelId="{09F3AC65-BE96-451D-9FC6-9BEF8643B4CB}" srcId="{68E0474F-4CC5-46AF-9371-7D5F2DF9FABF}" destId="{426F22A9-A06F-4530-BEF5-F2CDE6B9F3B4}" srcOrd="1" destOrd="0" parTransId="{A0A9B886-9BD5-4084-92D7-5CF3836FB42B}" sibTransId="{9E363C77-10A2-4922-83ED-0C9D86ED4E2A}"/>
    <dgm:cxn modelId="{88FB8A47-9727-489A-8DD4-61F95AE09170}" srcId="{5A197D5A-F81B-4653-BAF7-C5AE3D726D7D}" destId="{F60AE3D8-97E8-450F-AFC5-FA4EC1EEE8A8}" srcOrd="0" destOrd="0" parTransId="{17C7001B-8370-4722-9BBD-69BD657F4F3A}" sibTransId="{42EA2C4D-11E5-4E00-8558-C56660F15313}"/>
    <dgm:cxn modelId="{9583CC4D-CEB7-4D93-B9BB-15BB61B232B5}" type="presOf" srcId="{1FB16E05-6411-4AC6-A1E7-C450BF2267C1}" destId="{AE3731B6-BD93-4A60-963A-4E960E16E83B}" srcOrd="0" destOrd="0" presId="urn:microsoft.com/office/officeart/2005/8/layout/hList1"/>
    <dgm:cxn modelId="{2FBAD253-40E7-48D4-9968-93E6D0433F47}" srcId="{78BE62DE-2980-469D-846A-317CF9DE3815}" destId="{DF8637A4-AE58-454C-9E92-C3ACA7571B74}" srcOrd="0" destOrd="0" parTransId="{1A529F54-F374-4575-BE8D-D58C61080C80}" sibTransId="{D990229C-585F-4388-8503-660B04C3A93D}"/>
    <dgm:cxn modelId="{E363C994-B195-4E78-98C0-E3CFAF894664}" type="presOf" srcId="{78BE62DE-2980-469D-846A-317CF9DE3815}" destId="{33A45281-2C15-4B1E-A395-FB5A751E0739}" srcOrd="0" destOrd="0" presId="urn:microsoft.com/office/officeart/2005/8/layout/hList1"/>
    <dgm:cxn modelId="{D0036496-C587-4F9E-9A69-ABED16EE1DB8}" type="presOf" srcId="{30CCF94E-63CF-4220-902D-F0B31FC8BE0D}" destId="{A16134B0-087A-41F4-8ECA-8D9AAC69D8A6}" srcOrd="0" destOrd="0" presId="urn:microsoft.com/office/officeart/2005/8/layout/hList1"/>
    <dgm:cxn modelId="{C899BCD5-07CA-4861-9573-375F96D0472C}" type="presOf" srcId="{5A197D5A-F81B-4653-BAF7-C5AE3D726D7D}" destId="{A0931F9E-D294-4F5C-8A65-B7AA94A9A0AF}" srcOrd="0" destOrd="0" presId="urn:microsoft.com/office/officeart/2005/8/layout/hList1"/>
    <dgm:cxn modelId="{66723EDA-C959-4A53-A3D5-852139B69D42}" srcId="{426F22A9-A06F-4530-BEF5-F2CDE6B9F3B4}" destId="{1FB16E05-6411-4AC6-A1E7-C450BF2267C1}" srcOrd="0" destOrd="0" parTransId="{591318A4-CF45-4872-BB61-90399B9D74A7}" sibTransId="{5867EF8C-5E28-484D-8011-54AD056641CD}"/>
    <dgm:cxn modelId="{751277DF-EEBE-459E-89D5-70831D93E517}" type="presOf" srcId="{4BE6B30F-C734-4E04-AE12-5BA50AD02BB1}" destId="{A816A93E-B847-4D58-A0C0-FCD822DA357A}" srcOrd="0" destOrd="0" presId="urn:microsoft.com/office/officeart/2005/8/layout/hList1"/>
    <dgm:cxn modelId="{BA7C03E0-38CB-4108-A438-2128A6DD98D4}" srcId="{68E0474F-4CC5-46AF-9371-7D5F2DF9FABF}" destId="{78BE62DE-2980-469D-846A-317CF9DE3815}" srcOrd="0" destOrd="0" parTransId="{1A6D6696-783B-469C-AF6A-DC2AC01E3DC8}" sibTransId="{45BE2D54-1F87-4D99-9730-50A428949A0B}"/>
    <dgm:cxn modelId="{C959D7EE-07A1-4D1D-A01E-BB2EDC449023}" srcId="{4BE6B30F-C734-4E04-AE12-5BA50AD02BB1}" destId="{30CCF94E-63CF-4220-902D-F0B31FC8BE0D}" srcOrd="0" destOrd="0" parTransId="{5E341DBD-C1F8-47E4-9F22-33F5DDD5574E}" sibTransId="{CBCD4B9A-9483-4AC7-8FA4-C776CF139A0B}"/>
    <dgm:cxn modelId="{AA35BEF6-7970-43AE-ACDF-0D29BC089E40}" type="presOf" srcId="{68E0474F-4CC5-46AF-9371-7D5F2DF9FABF}" destId="{385A4803-E4C3-4DC0-A264-5C6B3BA7F791}" srcOrd="0" destOrd="0" presId="urn:microsoft.com/office/officeart/2005/8/layout/hList1"/>
    <dgm:cxn modelId="{F1856499-2F17-4D49-AF78-B13333A846E2}" type="presParOf" srcId="{385A4803-E4C3-4DC0-A264-5C6B3BA7F791}" destId="{3923D1F8-CEAA-4201-974F-DB2B0D76CC10}" srcOrd="0" destOrd="0" presId="urn:microsoft.com/office/officeart/2005/8/layout/hList1"/>
    <dgm:cxn modelId="{732B8EF1-1C76-4E23-8640-1F432D59A8A0}" type="presParOf" srcId="{3923D1F8-CEAA-4201-974F-DB2B0D76CC10}" destId="{33A45281-2C15-4B1E-A395-FB5A751E0739}" srcOrd="0" destOrd="0" presId="urn:microsoft.com/office/officeart/2005/8/layout/hList1"/>
    <dgm:cxn modelId="{C26F39C1-DA3D-4E18-971E-2BC9A8A7DAD8}" type="presParOf" srcId="{3923D1F8-CEAA-4201-974F-DB2B0D76CC10}" destId="{1F9506ED-3E80-4DAF-8BE7-2DA93DCDC800}" srcOrd="1" destOrd="0" presId="urn:microsoft.com/office/officeart/2005/8/layout/hList1"/>
    <dgm:cxn modelId="{65A98461-F0EE-44A1-B538-C5CF21960EB4}" type="presParOf" srcId="{385A4803-E4C3-4DC0-A264-5C6B3BA7F791}" destId="{74E504A9-7E6A-45EE-9BF5-D0439E83858B}" srcOrd="1" destOrd="0" presId="urn:microsoft.com/office/officeart/2005/8/layout/hList1"/>
    <dgm:cxn modelId="{0903D95A-A8CD-44EA-96CB-4670878221D1}" type="presParOf" srcId="{385A4803-E4C3-4DC0-A264-5C6B3BA7F791}" destId="{B4B9397A-333B-4D5B-ABC4-9A7203FB955C}" srcOrd="2" destOrd="0" presId="urn:microsoft.com/office/officeart/2005/8/layout/hList1"/>
    <dgm:cxn modelId="{74B425F3-1A94-4EB0-83ED-ED223CE1B5F3}" type="presParOf" srcId="{B4B9397A-333B-4D5B-ABC4-9A7203FB955C}" destId="{80B954A5-5A17-4F3D-95DA-68BDAC2AEFB8}" srcOrd="0" destOrd="0" presId="urn:microsoft.com/office/officeart/2005/8/layout/hList1"/>
    <dgm:cxn modelId="{F847C69E-DC8F-4CCA-A5FC-74A1BD4F0A85}" type="presParOf" srcId="{B4B9397A-333B-4D5B-ABC4-9A7203FB955C}" destId="{AE3731B6-BD93-4A60-963A-4E960E16E83B}" srcOrd="1" destOrd="0" presId="urn:microsoft.com/office/officeart/2005/8/layout/hList1"/>
    <dgm:cxn modelId="{60CD0E33-CFDC-438C-B641-DA1EE83E69E8}" type="presParOf" srcId="{385A4803-E4C3-4DC0-A264-5C6B3BA7F791}" destId="{7FB8F401-4D82-43E2-B159-9F4D35B57E6D}" srcOrd="3" destOrd="0" presId="urn:microsoft.com/office/officeart/2005/8/layout/hList1"/>
    <dgm:cxn modelId="{95700ABB-F034-45A0-9B6E-058FF332B5FC}" type="presParOf" srcId="{385A4803-E4C3-4DC0-A264-5C6B3BA7F791}" destId="{0730AD13-6369-4866-969B-CEF6F7374C53}" srcOrd="4" destOrd="0" presId="urn:microsoft.com/office/officeart/2005/8/layout/hList1"/>
    <dgm:cxn modelId="{D02887E9-7598-4E91-9242-FE9FE13591DD}" type="presParOf" srcId="{0730AD13-6369-4866-969B-CEF6F7374C53}" destId="{A816A93E-B847-4D58-A0C0-FCD822DA357A}" srcOrd="0" destOrd="0" presId="urn:microsoft.com/office/officeart/2005/8/layout/hList1"/>
    <dgm:cxn modelId="{57F069AD-5BA6-4D93-B89B-F331DACD23B7}" type="presParOf" srcId="{0730AD13-6369-4866-969B-CEF6F7374C53}" destId="{A16134B0-087A-41F4-8ECA-8D9AAC69D8A6}" srcOrd="1" destOrd="0" presId="urn:microsoft.com/office/officeart/2005/8/layout/hList1"/>
    <dgm:cxn modelId="{848653D9-94E0-41FC-A86B-DA8AE40A842D}" type="presParOf" srcId="{385A4803-E4C3-4DC0-A264-5C6B3BA7F791}" destId="{7EC78C55-624B-4278-B3A7-C7A89F58BA2C}" srcOrd="5" destOrd="0" presId="urn:microsoft.com/office/officeart/2005/8/layout/hList1"/>
    <dgm:cxn modelId="{30333242-F04A-4549-8D74-7DB4A792B4BF}" type="presParOf" srcId="{385A4803-E4C3-4DC0-A264-5C6B3BA7F791}" destId="{BBE89CA0-2D79-46F2-84F3-1AC2E9EC1749}" srcOrd="6" destOrd="0" presId="urn:microsoft.com/office/officeart/2005/8/layout/hList1"/>
    <dgm:cxn modelId="{E0CB3E80-9902-4D87-BC6B-6E9440821F5B}" type="presParOf" srcId="{BBE89CA0-2D79-46F2-84F3-1AC2E9EC1749}" destId="{A0931F9E-D294-4F5C-8A65-B7AA94A9A0AF}" srcOrd="0" destOrd="0" presId="urn:microsoft.com/office/officeart/2005/8/layout/hList1"/>
    <dgm:cxn modelId="{23BB4118-450A-4F60-A499-E6E29039A1CA}" type="presParOf" srcId="{BBE89CA0-2D79-46F2-84F3-1AC2E9EC1749}" destId="{0DF35A15-E040-4EA8-AA4D-5EEFDDD454D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8F48E6-F4EF-4A0F-BCA4-E480CDB085C4}" type="doc">
      <dgm:prSet loTypeId="urn:microsoft.com/office/officeart/2005/8/layout/list1" loCatId="list" qsTypeId="urn:microsoft.com/office/officeart/2005/8/quickstyle/simple4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3A130FE2-254D-463D-AF64-3669272F7E7B}">
      <dgm:prSet/>
      <dgm:spPr/>
      <dgm:t>
        <a:bodyPr/>
        <a:lstStyle/>
        <a:p>
          <a:r>
            <a:rPr lang="en-US" dirty="0"/>
            <a:t>NR nodes with ARFCN 648672 in </a:t>
          </a:r>
          <a:r>
            <a:rPr lang="en-US" dirty="0" err="1"/>
            <a:t>NRFrequency</a:t>
          </a:r>
          <a:r>
            <a:rPr lang="en-US" dirty="0"/>
            <a:t>: </a:t>
          </a:r>
        </a:p>
      </dgm:t>
    </dgm:pt>
    <dgm:pt modelId="{F480D33B-2060-4552-A2A5-B27A6C41FB39}" type="parTrans" cxnId="{EE229B83-5A81-4500-A295-3D954C34569B}">
      <dgm:prSet/>
      <dgm:spPr/>
      <dgm:t>
        <a:bodyPr/>
        <a:lstStyle/>
        <a:p>
          <a:endParaRPr lang="en-US"/>
        </a:p>
      </dgm:t>
    </dgm:pt>
    <dgm:pt modelId="{0837B88D-AB21-4721-91C6-4226C23E6628}" type="sibTrans" cxnId="{EE229B83-5A81-4500-A295-3D954C34569B}">
      <dgm:prSet/>
      <dgm:spPr/>
      <dgm:t>
        <a:bodyPr/>
        <a:lstStyle/>
        <a:p>
          <a:endParaRPr lang="en-US"/>
        </a:p>
      </dgm:t>
    </dgm:pt>
    <dgm:pt modelId="{5ABAEC66-4FD9-4129-96BF-998FE60EF039}">
      <dgm:prSet/>
      <dgm:spPr/>
      <dgm:t>
        <a:bodyPr/>
        <a:lstStyle/>
        <a:p>
          <a:endParaRPr lang="en-US" dirty="0"/>
        </a:p>
      </dgm:t>
    </dgm:pt>
    <dgm:pt modelId="{C3FC5AB0-1613-4519-B051-ADA7878EB1C1}" type="parTrans" cxnId="{E9625D1F-7F90-4576-AE62-631DC7EF6B15}">
      <dgm:prSet/>
      <dgm:spPr/>
      <dgm:t>
        <a:bodyPr/>
        <a:lstStyle/>
        <a:p>
          <a:endParaRPr lang="en-US"/>
        </a:p>
      </dgm:t>
    </dgm:pt>
    <dgm:pt modelId="{09A7DAC2-FDA2-4E23-94DD-8D54FD039E3C}" type="sibTrans" cxnId="{E9625D1F-7F90-4576-AE62-631DC7EF6B15}">
      <dgm:prSet/>
      <dgm:spPr/>
      <dgm:t>
        <a:bodyPr/>
        <a:lstStyle/>
        <a:p>
          <a:endParaRPr lang="en-US"/>
        </a:p>
      </dgm:t>
    </dgm:pt>
    <dgm:pt modelId="{2DFEA13A-4ECB-4BF1-905D-6D623918BEEB}">
      <dgm:prSet/>
      <dgm:spPr/>
      <dgm:t>
        <a:bodyPr/>
        <a:lstStyle/>
        <a:p>
          <a:r>
            <a:rPr lang="en-US" dirty="0"/>
            <a:t>NR nodes still with ARFCN 647328 in </a:t>
          </a:r>
          <a:r>
            <a:rPr lang="en-US" dirty="0" err="1"/>
            <a:t>NRFrequency</a:t>
          </a:r>
          <a:r>
            <a:rPr lang="en-US" dirty="0"/>
            <a:t>: </a:t>
          </a:r>
        </a:p>
      </dgm:t>
    </dgm:pt>
    <dgm:pt modelId="{BD0D1141-8136-44E1-8723-7A9B0597C7D5}" type="parTrans" cxnId="{AB29DE0E-F559-4B9A-A26B-8A63C40A9120}">
      <dgm:prSet/>
      <dgm:spPr/>
      <dgm:t>
        <a:bodyPr/>
        <a:lstStyle/>
        <a:p>
          <a:endParaRPr lang="en-US"/>
        </a:p>
      </dgm:t>
    </dgm:pt>
    <dgm:pt modelId="{49811BDE-F0D3-4808-9520-A82F4BD133CE}" type="sibTrans" cxnId="{AB29DE0E-F559-4B9A-A26B-8A63C40A9120}">
      <dgm:prSet/>
      <dgm:spPr/>
      <dgm:t>
        <a:bodyPr/>
        <a:lstStyle/>
        <a:p>
          <a:endParaRPr lang="en-US"/>
        </a:p>
      </dgm:t>
    </dgm:pt>
    <dgm:pt modelId="{F68E12F7-52D3-46DB-AB3E-AB3327FD80DC}">
      <dgm:prSet/>
      <dgm:spPr/>
      <dgm:t>
        <a:bodyPr/>
        <a:lstStyle/>
        <a:p>
          <a:endParaRPr lang="en-US" dirty="0"/>
        </a:p>
      </dgm:t>
    </dgm:pt>
    <dgm:pt modelId="{F695F08B-0DD7-4697-8515-5E4BC99E43B5}" type="parTrans" cxnId="{2F527737-0212-4392-B008-340064578AD2}">
      <dgm:prSet/>
      <dgm:spPr/>
      <dgm:t>
        <a:bodyPr/>
        <a:lstStyle/>
        <a:p>
          <a:endParaRPr lang="en-US"/>
        </a:p>
      </dgm:t>
    </dgm:pt>
    <dgm:pt modelId="{042926AA-00AE-42BE-8612-672F89514149}" type="sibTrans" cxnId="{2F527737-0212-4392-B008-340064578AD2}">
      <dgm:prSet/>
      <dgm:spPr/>
      <dgm:t>
        <a:bodyPr/>
        <a:lstStyle/>
        <a:p>
          <a:endParaRPr lang="en-US"/>
        </a:p>
      </dgm:t>
    </dgm:pt>
    <dgm:pt modelId="{A53EA133-E53E-4B57-886B-DA57237E9275}" type="pres">
      <dgm:prSet presAssocID="{918F48E6-F4EF-4A0F-BCA4-E480CDB085C4}" presName="linear" presStyleCnt="0">
        <dgm:presLayoutVars>
          <dgm:dir/>
          <dgm:animLvl val="lvl"/>
          <dgm:resizeHandles val="exact"/>
        </dgm:presLayoutVars>
      </dgm:prSet>
      <dgm:spPr/>
    </dgm:pt>
    <dgm:pt modelId="{3FA65285-5717-42A1-A66C-BCCCF558DF06}" type="pres">
      <dgm:prSet presAssocID="{3A130FE2-254D-463D-AF64-3669272F7E7B}" presName="parentLin" presStyleCnt="0"/>
      <dgm:spPr/>
    </dgm:pt>
    <dgm:pt modelId="{E0C71874-8052-4810-8BCF-7FC9ACCDECE0}" type="pres">
      <dgm:prSet presAssocID="{3A130FE2-254D-463D-AF64-3669272F7E7B}" presName="parentLeftMargin" presStyleLbl="node1" presStyleIdx="0" presStyleCnt="2"/>
      <dgm:spPr/>
    </dgm:pt>
    <dgm:pt modelId="{CB16FE2C-1AA8-43E4-9D33-B17235EE9EFA}" type="pres">
      <dgm:prSet presAssocID="{3A130FE2-254D-463D-AF64-3669272F7E7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0FDAD39-F54A-42BD-819E-3F16492D0A90}" type="pres">
      <dgm:prSet presAssocID="{3A130FE2-254D-463D-AF64-3669272F7E7B}" presName="negativeSpace" presStyleCnt="0"/>
      <dgm:spPr/>
    </dgm:pt>
    <dgm:pt modelId="{66B99154-4185-46CD-B2F0-2A79DAF51857}" type="pres">
      <dgm:prSet presAssocID="{3A130FE2-254D-463D-AF64-3669272F7E7B}" presName="childText" presStyleLbl="conFgAcc1" presStyleIdx="0" presStyleCnt="2">
        <dgm:presLayoutVars>
          <dgm:bulletEnabled val="1"/>
        </dgm:presLayoutVars>
      </dgm:prSet>
      <dgm:spPr/>
    </dgm:pt>
    <dgm:pt modelId="{F3A620AA-809A-4729-9A41-8FC06D5F2079}" type="pres">
      <dgm:prSet presAssocID="{0837B88D-AB21-4721-91C6-4226C23E6628}" presName="spaceBetweenRectangles" presStyleCnt="0"/>
      <dgm:spPr/>
    </dgm:pt>
    <dgm:pt modelId="{AF42D914-123C-49DF-B8B3-7F4EA59B726C}" type="pres">
      <dgm:prSet presAssocID="{2DFEA13A-4ECB-4BF1-905D-6D623918BEEB}" presName="parentLin" presStyleCnt="0"/>
      <dgm:spPr/>
    </dgm:pt>
    <dgm:pt modelId="{E30E144B-102D-4EBE-A697-03BDBD4E972C}" type="pres">
      <dgm:prSet presAssocID="{2DFEA13A-4ECB-4BF1-905D-6D623918BEEB}" presName="parentLeftMargin" presStyleLbl="node1" presStyleIdx="0" presStyleCnt="2"/>
      <dgm:spPr/>
    </dgm:pt>
    <dgm:pt modelId="{46A371F0-16D9-435E-9E79-CF89BEDF75AE}" type="pres">
      <dgm:prSet presAssocID="{2DFEA13A-4ECB-4BF1-905D-6D623918BEE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A313B89-D1A6-4FD2-8C42-DE24455F2D9B}" type="pres">
      <dgm:prSet presAssocID="{2DFEA13A-4ECB-4BF1-905D-6D623918BEEB}" presName="negativeSpace" presStyleCnt="0"/>
      <dgm:spPr/>
    </dgm:pt>
    <dgm:pt modelId="{30258C29-7395-4BE9-9FDB-2728E62EED9A}" type="pres">
      <dgm:prSet presAssocID="{2DFEA13A-4ECB-4BF1-905D-6D623918BEE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2032803-B432-4206-8237-9F286ED70720}" type="presOf" srcId="{918F48E6-F4EF-4A0F-BCA4-E480CDB085C4}" destId="{A53EA133-E53E-4B57-886B-DA57237E9275}" srcOrd="0" destOrd="0" presId="urn:microsoft.com/office/officeart/2005/8/layout/list1"/>
    <dgm:cxn modelId="{AB29DE0E-F559-4B9A-A26B-8A63C40A9120}" srcId="{918F48E6-F4EF-4A0F-BCA4-E480CDB085C4}" destId="{2DFEA13A-4ECB-4BF1-905D-6D623918BEEB}" srcOrd="1" destOrd="0" parTransId="{BD0D1141-8136-44E1-8723-7A9B0597C7D5}" sibTransId="{49811BDE-F0D3-4808-9520-A82F4BD133CE}"/>
    <dgm:cxn modelId="{E9625D1F-7F90-4576-AE62-631DC7EF6B15}" srcId="{3A130FE2-254D-463D-AF64-3669272F7E7B}" destId="{5ABAEC66-4FD9-4129-96BF-998FE60EF039}" srcOrd="0" destOrd="0" parTransId="{C3FC5AB0-1613-4519-B051-ADA7878EB1C1}" sibTransId="{09A7DAC2-FDA2-4E23-94DD-8D54FD039E3C}"/>
    <dgm:cxn modelId="{E4FE0321-A313-4651-BDB3-18ECBE4E0455}" type="presOf" srcId="{2DFEA13A-4ECB-4BF1-905D-6D623918BEEB}" destId="{E30E144B-102D-4EBE-A697-03BDBD4E972C}" srcOrd="0" destOrd="0" presId="urn:microsoft.com/office/officeart/2005/8/layout/list1"/>
    <dgm:cxn modelId="{4BF3C02A-C52D-4063-8580-3163D911187F}" type="presOf" srcId="{5ABAEC66-4FD9-4129-96BF-998FE60EF039}" destId="{66B99154-4185-46CD-B2F0-2A79DAF51857}" srcOrd="0" destOrd="0" presId="urn:microsoft.com/office/officeart/2005/8/layout/list1"/>
    <dgm:cxn modelId="{2F527737-0212-4392-B008-340064578AD2}" srcId="{2DFEA13A-4ECB-4BF1-905D-6D623918BEEB}" destId="{F68E12F7-52D3-46DB-AB3E-AB3327FD80DC}" srcOrd="0" destOrd="0" parTransId="{F695F08B-0DD7-4697-8515-5E4BC99E43B5}" sibTransId="{042926AA-00AE-42BE-8612-672F89514149}"/>
    <dgm:cxn modelId="{EE229B83-5A81-4500-A295-3D954C34569B}" srcId="{918F48E6-F4EF-4A0F-BCA4-E480CDB085C4}" destId="{3A130FE2-254D-463D-AF64-3669272F7E7B}" srcOrd="0" destOrd="0" parTransId="{F480D33B-2060-4552-A2A5-B27A6C41FB39}" sibTransId="{0837B88D-AB21-4721-91C6-4226C23E6628}"/>
    <dgm:cxn modelId="{B6E958A3-2A18-4691-9F9B-88673ACAB014}" type="presOf" srcId="{F68E12F7-52D3-46DB-AB3E-AB3327FD80DC}" destId="{30258C29-7395-4BE9-9FDB-2728E62EED9A}" srcOrd="0" destOrd="0" presId="urn:microsoft.com/office/officeart/2005/8/layout/list1"/>
    <dgm:cxn modelId="{9A92C8A6-8016-4C6D-9D0D-3A36CB5A3677}" type="presOf" srcId="{3A130FE2-254D-463D-AF64-3669272F7E7B}" destId="{E0C71874-8052-4810-8BCF-7FC9ACCDECE0}" srcOrd="0" destOrd="0" presId="urn:microsoft.com/office/officeart/2005/8/layout/list1"/>
    <dgm:cxn modelId="{9ACF66C6-9869-4458-B8C6-CFBA5345CC07}" type="presOf" srcId="{3A130FE2-254D-463D-AF64-3669272F7E7B}" destId="{CB16FE2C-1AA8-43E4-9D33-B17235EE9EFA}" srcOrd="1" destOrd="0" presId="urn:microsoft.com/office/officeart/2005/8/layout/list1"/>
    <dgm:cxn modelId="{6D844EF5-3C7E-43F3-B3BE-F1DF5EB72521}" type="presOf" srcId="{2DFEA13A-4ECB-4BF1-905D-6D623918BEEB}" destId="{46A371F0-16D9-435E-9E79-CF89BEDF75AE}" srcOrd="1" destOrd="0" presId="urn:microsoft.com/office/officeart/2005/8/layout/list1"/>
    <dgm:cxn modelId="{E824179A-A022-4DA6-B866-318A8B334C5B}" type="presParOf" srcId="{A53EA133-E53E-4B57-886B-DA57237E9275}" destId="{3FA65285-5717-42A1-A66C-BCCCF558DF06}" srcOrd="0" destOrd="0" presId="urn:microsoft.com/office/officeart/2005/8/layout/list1"/>
    <dgm:cxn modelId="{D41BAEFC-04E0-4784-B95F-7B2FC6B2EA76}" type="presParOf" srcId="{3FA65285-5717-42A1-A66C-BCCCF558DF06}" destId="{E0C71874-8052-4810-8BCF-7FC9ACCDECE0}" srcOrd="0" destOrd="0" presId="urn:microsoft.com/office/officeart/2005/8/layout/list1"/>
    <dgm:cxn modelId="{415034B5-8D5E-405E-BB5B-8307490A9227}" type="presParOf" srcId="{3FA65285-5717-42A1-A66C-BCCCF558DF06}" destId="{CB16FE2C-1AA8-43E4-9D33-B17235EE9EFA}" srcOrd="1" destOrd="0" presId="urn:microsoft.com/office/officeart/2005/8/layout/list1"/>
    <dgm:cxn modelId="{A0E1EE34-1B03-493E-BFC4-8870CAC24D18}" type="presParOf" srcId="{A53EA133-E53E-4B57-886B-DA57237E9275}" destId="{30FDAD39-F54A-42BD-819E-3F16492D0A90}" srcOrd="1" destOrd="0" presId="urn:microsoft.com/office/officeart/2005/8/layout/list1"/>
    <dgm:cxn modelId="{DE74A27A-52A0-4094-8915-B9A518CD6A4A}" type="presParOf" srcId="{A53EA133-E53E-4B57-886B-DA57237E9275}" destId="{66B99154-4185-46CD-B2F0-2A79DAF51857}" srcOrd="2" destOrd="0" presId="urn:microsoft.com/office/officeart/2005/8/layout/list1"/>
    <dgm:cxn modelId="{1A81068D-B58B-4C5A-92CC-DD977EBFBAEA}" type="presParOf" srcId="{A53EA133-E53E-4B57-886B-DA57237E9275}" destId="{F3A620AA-809A-4729-9A41-8FC06D5F2079}" srcOrd="3" destOrd="0" presId="urn:microsoft.com/office/officeart/2005/8/layout/list1"/>
    <dgm:cxn modelId="{4149F8C3-D363-4B2E-A40A-AD9BB6247DEF}" type="presParOf" srcId="{A53EA133-E53E-4B57-886B-DA57237E9275}" destId="{AF42D914-123C-49DF-B8B3-7F4EA59B726C}" srcOrd="4" destOrd="0" presId="urn:microsoft.com/office/officeart/2005/8/layout/list1"/>
    <dgm:cxn modelId="{F67AF5C6-751C-4224-AD90-0851A99C8117}" type="presParOf" srcId="{AF42D914-123C-49DF-B8B3-7F4EA59B726C}" destId="{E30E144B-102D-4EBE-A697-03BDBD4E972C}" srcOrd="0" destOrd="0" presId="urn:microsoft.com/office/officeart/2005/8/layout/list1"/>
    <dgm:cxn modelId="{8507B536-0FA5-42C6-9722-D595949A1103}" type="presParOf" srcId="{AF42D914-123C-49DF-B8B3-7F4EA59B726C}" destId="{46A371F0-16D9-435E-9E79-CF89BEDF75AE}" srcOrd="1" destOrd="0" presId="urn:microsoft.com/office/officeart/2005/8/layout/list1"/>
    <dgm:cxn modelId="{3E0632D4-A881-46C6-A945-0C000E18627F}" type="presParOf" srcId="{A53EA133-E53E-4B57-886B-DA57237E9275}" destId="{9A313B89-D1A6-4FD2-8C42-DE24455F2D9B}" srcOrd="5" destOrd="0" presId="urn:microsoft.com/office/officeart/2005/8/layout/list1"/>
    <dgm:cxn modelId="{18FC61D3-F71A-407A-B581-48546D8FC4CF}" type="presParOf" srcId="{A53EA133-E53E-4B57-886B-DA57237E9275}" destId="{30258C29-7395-4BE9-9FDB-2728E62EED9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18F48E6-F4EF-4A0F-BCA4-E480CDB085C4}" type="doc">
      <dgm:prSet loTypeId="urn:microsoft.com/office/officeart/2005/8/layout/list1" loCatId="list" qsTypeId="urn:microsoft.com/office/officeart/2005/8/quickstyle/simple4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3A130FE2-254D-463D-AF64-3669272F7E7B}">
      <dgm:prSet/>
      <dgm:spPr/>
      <dgm:t>
        <a:bodyPr/>
        <a:lstStyle/>
        <a:p>
          <a:r>
            <a:rPr lang="en-US" dirty="0"/>
            <a:t>NR nodes with ARFCN 648672 in </a:t>
          </a:r>
          <a:r>
            <a:rPr lang="en-US" dirty="0" err="1"/>
            <a:t>NRFrequency</a:t>
          </a:r>
          <a:r>
            <a:rPr lang="en-US" dirty="0"/>
            <a:t>: </a:t>
          </a:r>
        </a:p>
      </dgm:t>
    </dgm:pt>
    <dgm:pt modelId="{F480D33B-2060-4552-A2A5-B27A6C41FB39}" type="parTrans" cxnId="{EE229B83-5A81-4500-A295-3D954C34569B}">
      <dgm:prSet/>
      <dgm:spPr/>
      <dgm:t>
        <a:bodyPr/>
        <a:lstStyle/>
        <a:p>
          <a:endParaRPr lang="en-US"/>
        </a:p>
      </dgm:t>
    </dgm:pt>
    <dgm:pt modelId="{0837B88D-AB21-4721-91C6-4226C23E6628}" type="sibTrans" cxnId="{EE229B83-5A81-4500-A295-3D954C34569B}">
      <dgm:prSet/>
      <dgm:spPr/>
      <dgm:t>
        <a:bodyPr/>
        <a:lstStyle/>
        <a:p>
          <a:endParaRPr lang="en-US"/>
        </a:p>
      </dgm:t>
    </dgm:pt>
    <dgm:pt modelId="{5ABAEC66-4FD9-4129-96BF-998FE60EF039}">
      <dgm:prSet/>
      <dgm:spPr/>
      <dgm:t>
        <a:bodyPr/>
        <a:lstStyle/>
        <a:p>
          <a:endParaRPr lang="en-US" dirty="0"/>
        </a:p>
      </dgm:t>
    </dgm:pt>
    <dgm:pt modelId="{C3FC5AB0-1613-4519-B051-ADA7878EB1C1}" type="parTrans" cxnId="{E9625D1F-7F90-4576-AE62-631DC7EF6B15}">
      <dgm:prSet/>
      <dgm:spPr/>
      <dgm:t>
        <a:bodyPr/>
        <a:lstStyle/>
        <a:p>
          <a:endParaRPr lang="en-US"/>
        </a:p>
      </dgm:t>
    </dgm:pt>
    <dgm:pt modelId="{09A7DAC2-FDA2-4E23-94DD-8D54FD039E3C}" type="sibTrans" cxnId="{E9625D1F-7F90-4576-AE62-631DC7EF6B15}">
      <dgm:prSet/>
      <dgm:spPr/>
      <dgm:t>
        <a:bodyPr/>
        <a:lstStyle/>
        <a:p>
          <a:endParaRPr lang="en-US"/>
        </a:p>
      </dgm:t>
    </dgm:pt>
    <dgm:pt modelId="{2DFEA13A-4ECB-4BF1-905D-6D623918BEEB}">
      <dgm:prSet/>
      <dgm:spPr/>
      <dgm:t>
        <a:bodyPr/>
        <a:lstStyle/>
        <a:p>
          <a:r>
            <a:rPr lang="en-US" dirty="0"/>
            <a:t>NR nodes still with ARFCN 647328 in </a:t>
          </a:r>
          <a:r>
            <a:rPr lang="en-US" dirty="0" err="1"/>
            <a:t>NRFrequency</a:t>
          </a:r>
          <a:r>
            <a:rPr lang="en-US" dirty="0"/>
            <a:t>: </a:t>
          </a:r>
        </a:p>
      </dgm:t>
    </dgm:pt>
    <dgm:pt modelId="{BD0D1141-8136-44E1-8723-7A9B0597C7D5}" type="parTrans" cxnId="{AB29DE0E-F559-4B9A-A26B-8A63C40A9120}">
      <dgm:prSet/>
      <dgm:spPr/>
      <dgm:t>
        <a:bodyPr/>
        <a:lstStyle/>
        <a:p>
          <a:endParaRPr lang="en-US"/>
        </a:p>
      </dgm:t>
    </dgm:pt>
    <dgm:pt modelId="{49811BDE-F0D3-4808-9520-A82F4BD133CE}" type="sibTrans" cxnId="{AB29DE0E-F559-4B9A-A26B-8A63C40A9120}">
      <dgm:prSet/>
      <dgm:spPr/>
      <dgm:t>
        <a:bodyPr/>
        <a:lstStyle/>
        <a:p>
          <a:endParaRPr lang="en-US"/>
        </a:p>
      </dgm:t>
    </dgm:pt>
    <dgm:pt modelId="{F68E12F7-52D3-46DB-AB3E-AB3327FD80DC}">
      <dgm:prSet/>
      <dgm:spPr/>
      <dgm:t>
        <a:bodyPr/>
        <a:lstStyle/>
        <a:p>
          <a:endParaRPr lang="en-US" dirty="0"/>
        </a:p>
      </dgm:t>
    </dgm:pt>
    <dgm:pt modelId="{F695F08B-0DD7-4697-8515-5E4BC99E43B5}" type="parTrans" cxnId="{2F527737-0212-4392-B008-340064578AD2}">
      <dgm:prSet/>
      <dgm:spPr/>
      <dgm:t>
        <a:bodyPr/>
        <a:lstStyle/>
        <a:p>
          <a:endParaRPr lang="en-US"/>
        </a:p>
      </dgm:t>
    </dgm:pt>
    <dgm:pt modelId="{042926AA-00AE-42BE-8612-672F89514149}" type="sibTrans" cxnId="{2F527737-0212-4392-B008-340064578AD2}">
      <dgm:prSet/>
      <dgm:spPr/>
      <dgm:t>
        <a:bodyPr/>
        <a:lstStyle/>
        <a:p>
          <a:endParaRPr lang="en-US"/>
        </a:p>
      </dgm:t>
    </dgm:pt>
    <dgm:pt modelId="{A53EA133-E53E-4B57-886B-DA57237E9275}" type="pres">
      <dgm:prSet presAssocID="{918F48E6-F4EF-4A0F-BCA4-E480CDB085C4}" presName="linear" presStyleCnt="0">
        <dgm:presLayoutVars>
          <dgm:dir/>
          <dgm:animLvl val="lvl"/>
          <dgm:resizeHandles val="exact"/>
        </dgm:presLayoutVars>
      </dgm:prSet>
      <dgm:spPr/>
    </dgm:pt>
    <dgm:pt modelId="{3FA65285-5717-42A1-A66C-BCCCF558DF06}" type="pres">
      <dgm:prSet presAssocID="{3A130FE2-254D-463D-AF64-3669272F7E7B}" presName="parentLin" presStyleCnt="0"/>
      <dgm:spPr/>
    </dgm:pt>
    <dgm:pt modelId="{E0C71874-8052-4810-8BCF-7FC9ACCDECE0}" type="pres">
      <dgm:prSet presAssocID="{3A130FE2-254D-463D-AF64-3669272F7E7B}" presName="parentLeftMargin" presStyleLbl="node1" presStyleIdx="0" presStyleCnt="2"/>
      <dgm:spPr/>
    </dgm:pt>
    <dgm:pt modelId="{CB16FE2C-1AA8-43E4-9D33-B17235EE9EFA}" type="pres">
      <dgm:prSet presAssocID="{3A130FE2-254D-463D-AF64-3669272F7E7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0FDAD39-F54A-42BD-819E-3F16492D0A90}" type="pres">
      <dgm:prSet presAssocID="{3A130FE2-254D-463D-AF64-3669272F7E7B}" presName="negativeSpace" presStyleCnt="0"/>
      <dgm:spPr/>
    </dgm:pt>
    <dgm:pt modelId="{66B99154-4185-46CD-B2F0-2A79DAF51857}" type="pres">
      <dgm:prSet presAssocID="{3A130FE2-254D-463D-AF64-3669272F7E7B}" presName="childText" presStyleLbl="conFgAcc1" presStyleIdx="0" presStyleCnt="2">
        <dgm:presLayoutVars>
          <dgm:bulletEnabled val="1"/>
        </dgm:presLayoutVars>
      </dgm:prSet>
      <dgm:spPr/>
    </dgm:pt>
    <dgm:pt modelId="{F3A620AA-809A-4729-9A41-8FC06D5F2079}" type="pres">
      <dgm:prSet presAssocID="{0837B88D-AB21-4721-91C6-4226C23E6628}" presName="spaceBetweenRectangles" presStyleCnt="0"/>
      <dgm:spPr/>
    </dgm:pt>
    <dgm:pt modelId="{AF42D914-123C-49DF-B8B3-7F4EA59B726C}" type="pres">
      <dgm:prSet presAssocID="{2DFEA13A-4ECB-4BF1-905D-6D623918BEEB}" presName="parentLin" presStyleCnt="0"/>
      <dgm:spPr/>
    </dgm:pt>
    <dgm:pt modelId="{E30E144B-102D-4EBE-A697-03BDBD4E972C}" type="pres">
      <dgm:prSet presAssocID="{2DFEA13A-4ECB-4BF1-905D-6D623918BEEB}" presName="parentLeftMargin" presStyleLbl="node1" presStyleIdx="0" presStyleCnt="2"/>
      <dgm:spPr/>
    </dgm:pt>
    <dgm:pt modelId="{46A371F0-16D9-435E-9E79-CF89BEDF75AE}" type="pres">
      <dgm:prSet presAssocID="{2DFEA13A-4ECB-4BF1-905D-6D623918BEE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A313B89-D1A6-4FD2-8C42-DE24455F2D9B}" type="pres">
      <dgm:prSet presAssocID="{2DFEA13A-4ECB-4BF1-905D-6D623918BEEB}" presName="negativeSpace" presStyleCnt="0"/>
      <dgm:spPr/>
    </dgm:pt>
    <dgm:pt modelId="{30258C29-7395-4BE9-9FDB-2728E62EED9A}" type="pres">
      <dgm:prSet presAssocID="{2DFEA13A-4ECB-4BF1-905D-6D623918BEE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2032803-B432-4206-8237-9F286ED70720}" type="presOf" srcId="{918F48E6-F4EF-4A0F-BCA4-E480CDB085C4}" destId="{A53EA133-E53E-4B57-886B-DA57237E9275}" srcOrd="0" destOrd="0" presId="urn:microsoft.com/office/officeart/2005/8/layout/list1"/>
    <dgm:cxn modelId="{AB29DE0E-F559-4B9A-A26B-8A63C40A9120}" srcId="{918F48E6-F4EF-4A0F-BCA4-E480CDB085C4}" destId="{2DFEA13A-4ECB-4BF1-905D-6D623918BEEB}" srcOrd="1" destOrd="0" parTransId="{BD0D1141-8136-44E1-8723-7A9B0597C7D5}" sibTransId="{49811BDE-F0D3-4808-9520-A82F4BD133CE}"/>
    <dgm:cxn modelId="{E9625D1F-7F90-4576-AE62-631DC7EF6B15}" srcId="{3A130FE2-254D-463D-AF64-3669272F7E7B}" destId="{5ABAEC66-4FD9-4129-96BF-998FE60EF039}" srcOrd="0" destOrd="0" parTransId="{C3FC5AB0-1613-4519-B051-ADA7878EB1C1}" sibTransId="{09A7DAC2-FDA2-4E23-94DD-8D54FD039E3C}"/>
    <dgm:cxn modelId="{E4FE0321-A313-4651-BDB3-18ECBE4E0455}" type="presOf" srcId="{2DFEA13A-4ECB-4BF1-905D-6D623918BEEB}" destId="{E30E144B-102D-4EBE-A697-03BDBD4E972C}" srcOrd="0" destOrd="0" presId="urn:microsoft.com/office/officeart/2005/8/layout/list1"/>
    <dgm:cxn modelId="{4BF3C02A-C52D-4063-8580-3163D911187F}" type="presOf" srcId="{5ABAEC66-4FD9-4129-96BF-998FE60EF039}" destId="{66B99154-4185-46CD-B2F0-2A79DAF51857}" srcOrd="0" destOrd="0" presId="urn:microsoft.com/office/officeart/2005/8/layout/list1"/>
    <dgm:cxn modelId="{2F527737-0212-4392-B008-340064578AD2}" srcId="{2DFEA13A-4ECB-4BF1-905D-6D623918BEEB}" destId="{F68E12F7-52D3-46DB-AB3E-AB3327FD80DC}" srcOrd="0" destOrd="0" parTransId="{F695F08B-0DD7-4697-8515-5E4BC99E43B5}" sibTransId="{042926AA-00AE-42BE-8612-672F89514149}"/>
    <dgm:cxn modelId="{EE229B83-5A81-4500-A295-3D954C34569B}" srcId="{918F48E6-F4EF-4A0F-BCA4-E480CDB085C4}" destId="{3A130FE2-254D-463D-AF64-3669272F7E7B}" srcOrd="0" destOrd="0" parTransId="{F480D33B-2060-4552-A2A5-B27A6C41FB39}" sibTransId="{0837B88D-AB21-4721-91C6-4226C23E6628}"/>
    <dgm:cxn modelId="{B6E958A3-2A18-4691-9F9B-88673ACAB014}" type="presOf" srcId="{F68E12F7-52D3-46DB-AB3E-AB3327FD80DC}" destId="{30258C29-7395-4BE9-9FDB-2728E62EED9A}" srcOrd="0" destOrd="0" presId="urn:microsoft.com/office/officeart/2005/8/layout/list1"/>
    <dgm:cxn modelId="{9A92C8A6-8016-4C6D-9D0D-3A36CB5A3677}" type="presOf" srcId="{3A130FE2-254D-463D-AF64-3669272F7E7B}" destId="{E0C71874-8052-4810-8BCF-7FC9ACCDECE0}" srcOrd="0" destOrd="0" presId="urn:microsoft.com/office/officeart/2005/8/layout/list1"/>
    <dgm:cxn modelId="{9ACF66C6-9869-4458-B8C6-CFBA5345CC07}" type="presOf" srcId="{3A130FE2-254D-463D-AF64-3669272F7E7B}" destId="{CB16FE2C-1AA8-43E4-9D33-B17235EE9EFA}" srcOrd="1" destOrd="0" presId="urn:microsoft.com/office/officeart/2005/8/layout/list1"/>
    <dgm:cxn modelId="{6D844EF5-3C7E-43F3-B3BE-F1DF5EB72521}" type="presOf" srcId="{2DFEA13A-4ECB-4BF1-905D-6D623918BEEB}" destId="{46A371F0-16D9-435E-9E79-CF89BEDF75AE}" srcOrd="1" destOrd="0" presId="urn:microsoft.com/office/officeart/2005/8/layout/list1"/>
    <dgm:cxn modelId="{E824179A-A022-4DA6-B866-318A8B334C5B}" type="presParOf" srcId="{A53EA133-E53E-4B57-886B-DA57237E9275}" destId="{3FA65285-5717-42A1-A66C-BCCCF558DF06}" srcOrd="0" destOrd="0" presId="urn:microsoft.com/office/officeart/2005/8/layout/list1"/>
    <dgm:cxn modelId="{D41BAEFC-04E0-4784-B95F-7B2FC6B2EA76}" type="presParOf" srcId="{3FA65285-5717-42A1-A66C-BCCCF558DF06}" destId="{E0C71874-8052-4810-8BCF-7FC9ACCDECE0}" srcOrd="0" destOrd="0" presId="urn:microsoft.com/office/officeart/2005/8/layout/list1"/>
    <dgm:cxn modelId="{415034B5-8D5E-405E-BB5B-8307490A9227}" type="presParOf" srcId="{3FA65285-5717-42A1-A66C-BCCCF558DF06}" destId="{CB16FE2C-1AA8-43E4-9D33-B17235EE9EFA}" srcOrd="1" destOrd="0" presId="urn:microsoft.com/office/officeart/2005/8/layout/list1"/>
    <dgm:cxn modelId="{A0E1EE34-1B03-493E-BFC4-8870CAC24D18}" type="presParOf" srcId="{A53EA133-E53E-4B57-886B-DA57237E9275}" destId="{30FDAD39-F54A-42BD-819E-3F16492D0A90}" srcOrd="1" destOrd="0" presId="urn:microsoft.com/office/officeart/2005/8/layout/list1"/>
    <dgm:cxn modelId="{DE74A27A-52A0-4094-8915-B9A518CD6A4A}" type="presParOf" srcId="{A53EA133-E53E-4B57-886B-DA57237E9275}" destId="{66B99154-4185-46CD-B2F0-2A79DAF51857}" srcOrd="2" destOrd="0" presId="urn:microsoft.com/office/officeart/2005/8/layout/list1"/>
    <dgm:cxn modelId="{1A81068D-B58B-4C5A-92CC-DD977EBFBAEA}" type="presParOf" srcId="{A53EA133-E53E-4B57-886B-DA57237E9275}" destId="{F3A620AA-809A-4729-9A41-8FC06D5F2079}" srcOrd="3" destOrd="0" presId="urn:microsoft.com/office/officeart/2005/8/layout/list1"/>
    <dgm:cxn modelId="{4149F8C3-D363-4B2E-A40A-AD9BB6247DEF}" type="presParOf" srcId="{A53EA133-E53E-4B57-886B-DA57237E9275}" destId="{AF42D914-123C-49DF-B8B3-7F4EA59B726C}" srcOrd="4" destOrd="0" presId="urn:microsoft.com/office/officeart/2005/8/layout/list1"/>
    <dgm:cxn modelId="{F67AF5C6-751C-4224-AD90-0851A99C8117}" type="presParOf" srcId="{AF42D914-123C-49DF-B8B3-7F4EA59B726C}" destId="{E30E144B-102D-4EBE-A697-03BDBD4E972C}" srcOrd="0" destOrd="0" presId="urn:microsoft.com/office/officeart/2005/8/layout/list1"/>
    <dgm:cxn modelId="{8507B536-0FA5-42C6-9722-D595949A1103}" type="presParOf" srcId="{AF42D914-123C-49DF-B8B3-7F4EA59B726C}" destId="{46A371F0-16D9-435E-9E79-CF89BEDF75AE}" srcOrd="1" destOrd="0" presId="urn:microsoft.com/office/officeart/2005/8/layout/list1"/>
    <dgm:cxn modelId="{3E0632D4-A881-46C6-A945-0C000E18627F}" type="presParOf" srcId="{A53EA133-E53E-4B57-886B-DA57237E9275}" destId="{9A313B89-D1A6-4FD2-8C42-DE24455F2D9B}" srcOrd="5" destOrd="0" presId="urn:microsoft.com/office/officeart/2005/8/layout/list1"/>
    <dgm:cxn modelId="{18FC61D3-F71A-407A-B581-48546D8FC4CF}" type="presParOf" srcId="{A53EA133-E53E-4B57-886B-DA57237E9275}" destId="{30258C29-7395-4BE9-9FDB-2728E62EED9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B76FC0F-BED6-4ACB-B072-7A030DE1A150}" type="doc">
      <dgm:prSet loTypeId="urn:microsoft.com/office/officeart/2005/8/layout/list1" loCatId="list" qsTypeId="urn:microsoft.com/office/officeart/2005/8/quickstyle/simple4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A9EFA448-32E8-4ADF-B0E8-870824D73536}">
      <dgm:prSet/>
      <dgm:spPr/>
      <dgm:t>
        <a:bodyPr/>
        <a:lstStyle/>
        <a:p>
          <a:r>
            <a:rPr lang="en-US" dirty="0"/>
            <a:t>LTE nodes with </a:t>
          </a:r>
          <a:r>
            <a:rPr lang="en-US" dirty="0" err="1"/>
            <a:t>GUtranSyncSignalFrequency</a:t>
          </a:r>
          <a:r>
            <a:rPr lang="en-US" dirty="0"/>
            <a:t> 648672: </a:t>
          </a:r>
        </a:p>
      </dgm:t>
    </dgm:pt>
    <dgm:pt modelId="{78A9D5A4-A0AF-4A5C-917B-B4682D6F3612}" type="parTrans" cxnId="{5EA1541E-8AAC-4DB6-A343-353795E9CAAB}">
      <dgm:prSet/>
      <dgm:spPr/>
      <dgm:t>
        <a:bodyPr/>
        <a:lstStyle/>
        <a:p>
          <a:endParaRPr lang="en-US"/>
        </a:p>
      </dgm:t>
    </dgm:pt>
    <dgm:pt modelId="{80C9FD62-AA88-4EC3-B2D6-7817173BC39D}" type="sibTrans" cxnId="{5EA1541E-8AAC-4DB6-A343-353795E9CAAB}">
      <dgm:prSet/>
      <dgm:spPr/>
      <dgm:t>
        <a:bodyPr/>
        <a:lstStyle/>
        <a:p>
          <a:endParaRPr lang="en-US"/>
        </a:p>
      </dgm:t>
    </dgm:pt>
    <dgm:pt modelId="{67B06BB8-B112-4E4C-8AA0-47CE85FB0ED9}">
      <dgm:prSet/>
      <dgm:spPr/>
      <dgm:t>
        <a:bodyPr/>
        <a:lstStyle/>
        <a:p>
          <a:endParaRPr lang="en-US" dirty="0"/>
        </a:p>
      </dgm:t>
    </dgm:pt>
    <dgm:pt modelId="{767A401C-6EB0-408F-9D7E-8D014BED0EC5}" type="parTrans" cxnId="{0CA5D1F9-BF50-4E2B-A4F8-2CCCA5D607EA}">
      <dgm:prSet/>
      <dgm:spPr/>
      <dgm:t>
        <a:bodyPr/>
        <a:lstStyle/>
        <a:p>
          <a:endParaRPr lang="en-US"/>
        </a:p>
      </dgm:t>
    </dgm:pt>
    <dgm:pt modelId="{F72EFA28-A135-45C3-A238-979AC09B9DAD}" type="sibTrans" cxnId="{0CA5D1F9-BF50-4E2B-A4F8-2CCCA5D607EA}">
      <dgm:prSet/>
      <dgm:spPr/>
      <dgm:t>
        <a:bodyPr/>
        <a:lstStyle/>
        <a:p>
          <a:endParaRPr lang="en-US"/>
        </a:p>
      </dgm:t>
    </dgm:pt>
    <dgm:pt modelId="{41B0CA1B-9F71-4F75-9713-9849D1129EA4}">
      <dgm:prSet/>
      <dgm:spPr/>
      <dgm:t>
        <a:bodyPr/>
        <a:lstStyle/>
        <a:p>
          <a:r>
            <a:rPr lang="en-US" dirty="0"/>
            <a:t>LTE nodes still with </a:t>
          </a:r>
          <a:r>
            <a:rPr lang="en-US" dirty="0" err="1"/>
            <a:t>GUtranSyncSignalFrequency</a:t>
          </a:r>
          <a:r>
            <a:rPr lang="en-US" dirty="0"/>
            <a:t> 647328: </a:t>
          </a:r>
        </a:p>
      </dgm:t>
    </dgm:pt>
    <dgm:pt modelId="{60FC2E7E-3489-48B8-83FE-AFB8129E613C}" type="parTrans" cxnId="{220C466F-69CF-472B-B3FD-3FF4B049A467}">
      <dgm:prSet/>
      <dgm:spPr/>
      <dgm:t>
        <a:bodyPr/>
        <a:lstStyle/>
        <a:p>
          <a:endParaRPr lang="en-US"/>
        </a:p>
      </dgm:t>
    </dgm:pt>
    <dgm:pt modelId="{868785F7-B42F-4F2C-8B73-AD70829FB9AE}" type="sibTrans" cxnId="{220C466F-69CF-472B-B3FD-3FF4B049A467}">
      <dgm:prSet/>
      <dgm:spPr/>
      <dgm:t>
        <a:bodyPr/>
        <a:lstStyle/>
        <a:p>
          <a:endParaRPr lang="en-US"/>
        </a:p>
      </dgm:t>
    </dgm:pt>
    <dgm:pt modelId="{6392343E-3F4A-4AD3-B8B2-464E271AAB5F}">
      <dgm:prSet/>
      <dgm:spPr/>
      <dgm:t>
        <a:bodyPr/>
        <a:lstStyle/>
        <a:p>
          <a:endParaRPr lang="en-US" dirty="0"/>
        </a:p>
      </dgm:t>
    </dgm:pt>
    <dgm:pt modelId="{4B0D887F-2CA1-4E22-A23A-369DFC828E28}" type="parTrans" cxnId="{6B52B84A-FB52-488B-9099-22CAC8A003FD}">
      <dgm:prSet/>
      <dgm:spPr/>
      <dgm:t>
        <a:bodyPr/>
        <a:lstStyle/>
        <a:p>
          <a:endParaRPr lang="en-US"/>
        </a:p>
      </dgm:t>
    </dgm:pt>
    <dgm:pt modelId="{D17105B6-81E6-472A-859C-BE76DB5E30E6}" type="sibTrans" cxnId="{6B52B84A-FB52-488B-9099-22CAC8A003FD}">
      <dgm:prSet/>
      <dgm:spPr/>
      <dgm:t>
        <a:bodyPr/>
        <a:lstStyle/>
        <a:p>
          <a:endParaRPr lang="en-US"/>
        </a:p>
      </dgm:t>
    </dgm:pt>
    <dgm:pt modelId="{27F6C724-8908-4ABE-BDB6-3C3AD9C36E2A}" type="pres">
      <dgm:prSet presAssocID="{EB76FC0F-BED6-4ACB-B072-7A030DE1A150}" presName="linear" presStyleCnt="0">
        <dgm:presLayoutVars>
          <dgm:dir/>
          <dgm:animLvl val="lvl"/>
          <dgm:resizeHandles val="exact"/>
        </dgm:presLayoutVars>
      </dgm:prSet>
      <dgm:spPr/>
    </dgm:pt>
    <dgm:pt modelId="{7C0D399E-922E-44A1-89BA-C492C176E15C}" type="pres">
      <dgm:prSet presAssocID="{A9EFA448-32E8-4ADF-B0E8-870824D73536}" presName="parentLin" presStyleCnt="0"/>
      <dgm:spPr/>
    </dgm:pt>
    <dgm:pt modelId="{21132B5F-9FCC-4276-A78F-1BC65838D064}" type="pres">
      <dgm:prSet presAssocID="{A9EFA448-32E8-4ADF-B0E8-870824D73536}" presName="parentLeftMargin" presStyleLbl="node1" presStyleIdx="0" presStyleCnt="2"/>
      <dgm:spPr/>
    </dgm:pt>
    <dgm:pt modelId="{E6DCDAE5-85FF-46B4-BB41-13EEF422FC0A}" type="pres">
      <dgm:prSet presAssocID="{A9EFA448-32E8-4ADF-B0E8-870824D7353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246B4CF-60F0-455F-BB3C-43AB8EBC407F}" type="pres">
      <dgm:prSet presAssocID="{A9EFA448-32E8-4ADF-B0E8-870824D73536}" presName="negativeSpace" presStyleCnt="0"/>
      <dgm:spPr/>
    </dgm:pt>
    <dgm:pt modelId="{10FD0B93-263C-4489-82AE-57C1ACF81F30}" type="pres">
      <dgm:prSet presAssocID="{A9EFA448-32E8-4ADF-B0E8-870824D73536}" presName="childText" presStyleLbl="conFgAcc1" presStyleIdx="0" presStyleCnt="2">
        <dgm:presLayoutVars>
          <dgm:bulletEnabled val="1"/>
        </dgm:presLayoutVars>
      </dgm:prSet>
      <dgm:spPr/>
    </dgm:pt>
    <dgm:pt modelId="{E4DA8C42-6C18-4F01-846B-A22348CC2FD1}" type="pres">
      <dgm:prSet presAssocID="{80C9FD62-AA88-4EC3-B2D6-7817173BC39D}" presName="spaceBetweenRectangles" presStyleCnt="0"/>
      <dgm:spPr/>
    </dgm:pt>
    <dgm:pt modelId="{81AD0323-D453-4393-A343-13DF31939483}" type="pres">
      <dgm:prSet presAssocID="{41B0CA1B-9F71-4F75-9713-9849D1129EA4}" presName="parentLin" presStyleCnt="0"/>
      <dgm:spPr/>
    </dgm:pt>
    <dgm:pt modelId="{6AC5AB43-C0A4-42A2-8F9D-C184B5023DDE}" type="pres">
      <dgm:prSet presAssocID="{41B0CA1B-9F71-4F75-9713-9849D1129EA4}" presName="parentLeftMargin" presStyleLbl="node1" presStyleIdx="0" presStyleCnt="2"/>
      <dgm:spPr/>
    </dgm:pt>
    <dgm:pt modelId="{25AACC18-4362-4FF0-A9E8-8FE538B69C8F}" type="pres">
      <dgm:prSet presAssocID="{41B0CA1B-9F71-4F75-9713-9849D1129EA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113EA35-7485-4B5A-A2C7-25EF8402E35C}" type="pres">
      <dgm:prSet presAssocID="{41B0CA1B-9F71-4F75-9713-9849D1129EA4}" presName="negativeSpace" presStyleCnt="0"/>
      <dgm:spPr/>
    </dgm:pt>
    <dgm:pt modelId="{3301D090-3050-4171-854E-836075BC2DF2}" type="pres">
      <dgm:prSet presAssocID="{41B0CA1B-9F71-4F75-9713-9849D1129EA4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5EA1541E-8AAC-4DB6-A343-353795E9CAAB}" srcId="{EB76FC0F-BED6-4ACB-B072-7A030DE1A150}" destId="{A9EFA448-32E8-4ADF-B0E8-870824D73536}" srcOrd="0" destOrd="0" parTransId="{78A9D5A4-A0AF-4A5C-917B-B4682D6F3612}" sibTransId="{80C9FD62-AA88-4EC3-B2D6-7817173BC39D}"/>
    <dgm:cxn modelId="{4A376046-7C54-4AB4-87F8-1568A10BC8F4}" type="presOf" srcId="{41B0CA1B-9F71-4F75-9713-9849D1129EA4}" destId="{6AC5AB43-C0A4-42A2-8F9D-C184B5023DDE}" srcOrd="0" destOrd="0" presId="urn:microsoft.com/office/officeart/2005/8/layout/list1"/>
    <dgm:cxn modelId="{6B52B84A-FB52-488B-9099-22CAC8A003FD}" srcId="{41B0CA1B-9F71-4F75-9713-9849D1129EA4}" destId="{6392343E-3F4A-4AD3-B8B2-464E271AAB5F}" srcOrd="0" destOrd="0" parTransId="{4B0D887F-2CA1-4E22-A23A-369DFC828E28}" sibTransId="{D17105B6-81E6-472A-859C-BE76DB5E30E6}"/>
    <dgm:cxn modelId="{220C466F-69CF-472B-B3FD-3FF4B049A467}" srcId="{EB76FC0F-BED6-4ACB-B072-7A030DE1A150}" destId="{41B0CA1B-9F71-4F75-9713-9849D1129EA4}" srcOrd="1" destOrd="0" parTransId="{60FC2E7E-3489-48B8-83FE-AFB8129E613C}" sibTransId="{868785F7-B42F-4F2C-8B73-AD70829FB9AE}"/>
    <dgm:cxn modelId="{3A204F73-FE6E-49F7-8A1C-9A14990D13FC}" type="presOf" srcId="{41B0CA1B-9F71-4F75-9713-9849D1129EA4}" destId="{25AACC18-4362-4FF0-A9E8-8FE538B69C8F}" srcOrd="1" destOrd="0" presId="urn:microsoft.com/office/officeart/2005/8/layout/list1"/>
    <dgm:cxn modelId="{89185C58-30A6-4C7E-867E-73A24A213A97}" type="presOf" srcId="{A9EFA448-32E8-4ADF-B0E8-870824D73536}" destId="{21132B5F-9FCC-4276-A78F-1BC65838D064}" srcOrd="0" destOrd="0" presId="urn:microsoft.com/office/officeart/2005/8/layout/list1"/>
    <dgm:cxn modelId="{967F7D7A-25C2-45F0-862D-280DAF7388BB}" type="presOf" srcId="{A9EFA448-32E8-4ADF-B0E8-870824D73536}" destId="{E6DCDAE5-85FF-46B4-BB41-13EEF422FC0A}" srcOrd="1" destOrd="0" presId="urn:microsoft.com/office/officeart/2005/8/layout/list1"/>
    <dgm:cxn modelId="{B25EBB87-675B-4834-BC9F-A8F7B7BBAFFE}" type="presOf" srcId="{67B06BB8-B112-4E4C-8AA0-47CE85FB0ED9}" destId="{10FD0B93-263C-4489-82AE-57C1ACF81F30}" srcOrd="0" destOrd="0" presId="urn:microsoft.com/office/officeart/2005/8/layout/list1"/>
    <dgm:cxn modelId="{9874BD97-C43B-4345-BDF2-1FD80428F40E}" type="presOf" srcId="{6392343E-3F4A-4AD3-B8B2-464E271AAB5F}" destId="{3301D090-3050-4171-854E-836075BC2DF2}" srcOrd="0" destOrd="0" presId="urn:microsoft.com/office/officeart/2005/8/layout/list1"/>
    <dgm:cxn modelId="{3CB5ABF1-1644-4837-9114-CDED62693D92}" type="presOf" srcId="{EB76FC0F-BED6-4ACB-B072-7A030DE1A150}" destId="{27F6C724-8908-4ABE-BDB6-3C3AD9C36E2A}" srcOrd="0" destOrd="0" presId="urn:microsoft.com/office/officeart/2005/8/layout/list1"/>
    <dgm:cxn modelId="{0CA5D1F9-BF50-4E2B-A4F8-2CCCA5D607EA}" srcId="{A9EFA448-32E8-4ADF-B0E8-870824D73536}" destId="{67B06BB8-B112-4E4C-8AA0-47CE85FB0ED9}" srcOrd="0" destOrd="0" parTransId="{767A401C-6EB0-408F-9D7E-8D014BED0EC5}" sibTransId="{F72EFA28-A135-45C3-A238-979AC09B9DAD}"/>
    <dgm:cxn modelId="{48A3C3BE-F927-4586-A0F5-8636BB7585D2}" type="presParOf" srcId="{27F6C724-8908-4ABE-BDB6-3C3AD9C36E2A}" destId="{7C0D399E-922E-44A1-89BA-C492C176E15C}" srcOrd="0" destOrd="0" presId="urn:microsoft.com/office/officeart/2005/8/layout/list1"/>
    <dgm:cxn modelId="{3E537F70-FB76-4738-A5AD-3E662524EA11}" type="presParOf" srcId="{7C0D399E-922E-44A1-89BA-C492C176E15C}" destId="{21132B5F-9FCC-4276-A78F-1BC65838D064}" srcOrd="0" destOrd="0" presId="urn:microsoft.com/office/officeart/2005/8/layout/list1"/>
    <dgm:cxn modelId="{9E06D8FE-00CD-4282-B425-BE6E7C80FAD4}" type="presParOf" srcId="{7C0D399E-922E-44A1-89BA-C492C176E15C}" destId="{E6DCDAE5-85FF-46B4-BB41-13EEF422FC0A}" srcOrd="1" destOrd="0" presId="urn:microsoft.com/office/officeart/2005/8/layout/list1"/>
    <dgm:cxn modelId="{04511E7A-F96E-4E35-AC56-CAFAF135892B}" type="presParOf" srcId="{27F6C724-8908-4ABE-BDB6-3C3AD9C36E2A}" destId="{6246B4CF-60F0-455F-BB3C-43AB8EBC407F}" srcOrd="1" destOrd="0" presId="urn:microsoft.com/office/officeart/2005/8/layout/list1"/>
    <dgm:cxn modelId="{BD93C6AF-D0B7-42C2-9ECF-08FE420CA033}" type="presParOf" srcId="{27F6C724-8908-4ABE-BDB6-3C3AD9C36E2A}" destId="{10FD0B93-263C-4489-82AE-57C1ACF81F30}" srcOrd="2" destOrd="0" presId="urn:microsoft.com/office/officeart/2005/8/layout/list1"/>
    <dgm:cxn modelId="{AC359B76-CB81-481A-875D-2883BEF40CB7}" type="presParOf" srcId="{27F6C724-8908-4ABE-BDB6-3C3AD9C36E2A}" destId="{E4DA8C42-6C18-4F01-846B-A22348CC2FD1}" srcOrd="3" destOrd="0" presId="urn:microsoft.com/office/officeart/2005/8/layout/list1"/>
    <dgm:cxn modelId="{7762BC68-769A-4D4D-9797-EEDCAC83800C}" type="presParOf" srcId="{27F6C724-8908-4ABE-BDB6-3C3AD9C36E2A}" destId="{81AD0323-D453-4393-A343-13DF31939483}" srcOrd="4" destOrd="0" presId="urn:microsoft.com/office/officeart/2005/8/layout/list1"/>
    <dgm:cxn modelId="{1DC217EB-24E6-45CE-9EF8-03A2B5869E2E}" type="presParOf" srcId="{81AD0323-D453-4393-A343-13DF31939483}" destId="{6AC5AB43-C0A4-42A2-8F9D-C184B5023DDE}" srcOrd="0" destOrd="0" presId="urn:microsoft.com/office/officeart/2005/8/layout/list1"/>
    <dgm:cxn modelId="{28075F36-AEA3-4B9D-8903-81B702D8C01E}" type="presParOf" srcId="{81AD0323-D453-4393-A343-13DF31939483}" destId="{25AACC18-4362-4FF0-A9E8-8FE538B69C8F}" srcOrd="1" destOrd="0" presId="urn:microsoft.com/office/officeart/2005/8/layout/list1"/>
    <dgm:cxn modelId="{272DDC99-F893-48E7-AEDD-1D9BEEDB5F3C}" type="presParOf" srcId="{27F6C724-8908-4ABE-BDB6-3C3AD9C36E2A}" destId="{A113EA35-7485-4B5A-A2C7-25EF8402E35C}" srcOrd="5" destOrd="0" presId="urn:microsoft.com/office/officeart/2005/8/layout/list1"/>
    <dgm:cxn modelId="{2EFE7FD9-E54C-4165-B041-C85CFD79979F}" type="presParOf" srcId="{27F6C724-8908-4ABE-BDB6-3C3AD9C36E2A}" destId="{3301D090-3050-4171-854E-836075BC2DF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729E1E9-01B5-4CAF-B24E-50C9B34E3553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09A83E1-3EB8-4C3F-ACA2-070A3BCE6A9D}">
      <dgm:prSet/>
      <dgm:spPr/>
      <dgm:t>
        <a:bodyPr/>
        <a:lstStyle/>
        <a:p>
          <a:r>
            <a:rPr lang="en-US" dirty="0"/>
            <a:t>Max </a:t>
          </a:r>
          <a:r>
            <a:rPr lang="en-US" dirty="0" err="1"/>
            <a:t>NRFreqRelation</a:t>
          </a:r>
          <a:r>
            <a:rPr lang="en-US" dirty="0"/>
            <a:t> per NR cell (limit 16): </a:t>
          </a:r>
        </a:p>
      </dgm:t>
    </dgm:pt>
    <dgm:pt modelId="{F19FFE75-D8D8-4384-A431-8519CA4F169F}" type="parTrans" cxnId="{AB727162-8C66-461E-BCEC-4BDAD3C24566}">
      <dgm:prSet/>
      <dgm:spPr/>
      <dgm:t>
        <a:bodyPr/>
        <a:lstStyle/>
        <a:p>
          <a:endParaRPr lang="en-US"/>
        </a:p>
      </dgm:t>
    </dgm:pt>
    <dgm:pt modelId="{F71CEA8E-4357-445E-805C-4A1326EB46A9}" type="sibTrans" cxnId="{AB727162-8C66-461E-BCEC-4BDAD3C24566}">
      <dgm:prSet/>
      <dgm:spPr/>
      <dgm:t>
        <a:bodyPr/>
        <a:lstStyle/>
        <a:p>
          <a:endParaRPr lang="en-US"/>
        </a:p>
      </dgm:t>
    </dgm:pt>
    <dgm:pt modelId="{FE0B53D2-D691-4B68-BE45-1E5F04ED01B0}">
      <dgm:prSet/>
      <dgm:spPr/>
      <dgm:t>
        <a:bodyPr/>
        <a:lstStyle/>
        <a:p>
          <a:endParaRPr lang="en-US" dirty="0"/>
        </a:p>
      </dgm:t>
    </dgm:pt>
    <dgm:pt modelId="{38652902-A5BC-438A-AAD7-7C1BDAF59680}" type="parTrans" cxnId="{1F68D8BB-E955-49C2-BB61-D2A456B81754}">
      <dgm:prSet/>
      <dgm:spPr/>
      <dgm:t>
        <a:bodyPr/>
        <a:lstStyle/>
        <a:p>
          <a:endParaRPr lang="en-US"/>
        </a:p>
      </dgm:t>
    </dgm:pt>
    <dgm:pt modelId="{E53F9188-2B5F-418D-80AB-ED71C0CCCB30}" type="sibTrans" cxnId="{1F68D8BB-E955-49C2-BB61-D2A456B81754}">
      <dgm:prSet/>
      <dgm:spPr/>
      <dgm:t>
        <a:bodyPr/>
        <a:lstStyle/>
        <a:p>
          <a:endParaRPr lang="en-US"/>
        </a:p>
      </dgm:t>
    </dgm:pt>
    <dgm:pt modelId="{D13F1F2C-FA8E-4885-9FDF-277262BECEEC}">
      <dgm:prSet/>
      <dgm:spPr/>
      <dgm:t>
        <a:bodyPr/>
        <a:lstStyle/>
        <a:p>
          <a:r>
            <a:rPr lang="en-US" dirty="0"/>
            <a:t>Max </a:t>
          </a:r>
          <a:r>
            <a:rPr lang="en-US" dirty="0" err="1"/>
            <a:t>GUtranFreqRelation</a:t>
          </a:r>
          <a:r>
            <a:rPr lang="en-US" dirty="0"/>
            <a:t> per LTE cell (limit 16): </a:t>
          </a:r>
        </a:p>
      </dgm:t>
    </dgm:pt>
    <dgm:pt modelId="{2B646793-C14E-4660-B799-362A2585F746}" type="parTrans" cxnId="{4988D5E2-97FC-4B96-94FF-441C45C728FA}">
      <dgm:prSet/>
      <dgm:spPr/>
      <dgm:t>
        <a:bodyPr/>
        <a:lstStyle/>
        <a:p>
          <a:endParaRPr lang="en-US"/>
        </a:p>
      </dgm:t>
    </dgm:pt>
    <dgm:pt modelId="{1FB26CB5-AB58-46F1-B15A-2015E59497E5}" type="sibTrans" cxnId="{4988D5E2-97FC-4B96-94FF-441C45C728FA}">
      <dgm:prSet/>
      <dgm:spPr/>
      <dgm:t>
        <a:bodyPr/>
        <a:lstStyle/>
        <a:p>
          <a:endParaRPr lang="en-US"/>
        </a:p>
      </dgm:t>
    </dgm:pt>
    <dgm:pt modelId="{A9CF6507-AD4A-49B3-AB07-BD5AC530BD4D}">
      <dgm:prSet/>
      <dgm:spPr/>
      <dgm:t>
        <a:bodyPr/>
        <a:lstStyle/>
        <a:p>
          <a:r>
            <a:rPr lang="en-US" dirty="0"/>
            <a:t>Max </a:t>
          </a:r>
          <a:r>
            <a:rPr lang="en-US" dirty="0" err="1"/>
            <a:t>GUtranSyncSignalFrequency</a:t>
          </a:r>
          <a:r>
            <a:rPr lang="en-US" dirty="0"/>
            <a:t> definitions per node (limit 24): </a:t>
          </a:r>
        </a:p>
      </dgm:t>
    </dgm:pt>
    <dgm:pt modelId="{2B16D29D-BA8D-410A-9C02-ADEBE3F46CA6}" type="parTrans" cxnId="{4FEAA9C0-1D5A-4847-91D3-93618C88E46F}">
      <dgm:prSet/>
      <dgm:spPr/>
      <dgm:t>
        <a:bodyPr/>
        <a:lstStyle/>
        <a:p>
          <a:endParaRPr lang="en-US"/>
        </a:p>
      </dgm:t>
    </dgm:pt>
    <dgm:pt modelId="{06FDF166-DC23-4BA2-A59C-74FB6831FE12}" type="sibTrans" cxnId="{4FEAA9C0-1D5A-4847-91D3-93618C88E46F}">
      <dgm:prSet/>
      <dgm:spPr/>
      <dgm:t>
        <a:bodyPr/>
        <a:lstStyle/>
        <a:p>
          <a:endParaRPr lang="en-US"/>
        </a:p>
      </dgm:t>
    </dgm:pt>
    <dgm:pt modelId="{5E7A2BEA-BD76-4210-B6C9-31FC106F8912}">
      <dgm:prSet/>
      <dgm:spPr/>
      <dgm:t>
        <a:bodyPr/>
        <a:lstStyle/>
        <a:p>
          <a:r>
            <a:rPr lang="en-US" dirty="0"/>
            <a:t>Max </a:t>
          </a:r>
          <a:r>
            <a:rPr lang="en-US" dirty="0" err="1"/>
            <a:t>NRFrequency</a:t>
          </a:r>
          <a:r>
            <a:rPr lang="en-US" dirty="0"/>
            <a:t> definitions per node (limit 64): </a:t>
          </a:r>
        </a:p>
      </dgm:t>
    </dgm:pt>
    <dgm:pt modelId="{0F214E70-1B14-466C-A3FD-D34A88AD963E}" type="parTrans" cxnId="{FBA120B6-1E10-4E83-AE9C-0BC9A57F66B4}">
      <dgm:prSet/>
      <dgm:spPr/>
      <dgm:t>
        <a:bodyPr/>
        <a:lstStyle/>
        <a:p>
          <a:endParaRPr lang="en-US"/>
        </a:p>
      </dgm:t>
    </dgm:pt>
    <dgm:pt modelId="{47C3A2CA-F26E-487B-A539-97759D32C5BF}" type="sibTrans" cxnId="{FBA120B6-1E10-4E83-AE9C-0BC9A57F66B4}">
      <dgm:prSet/>
      <dgm:spPr/>
      <dgm:t>
        <a:bodyPr/>
        <a:lstStyle/>
        <a:p>
          <a:endParaRPr lang="en-US"/>
        </a:p>
      </dgm:t>
    </dgm:pt>
    <dgm:pt modelId="{3D8F0290-1CC7-488E-A165-3306A3807C39}" type="pres">
      <dgm:prSet presAssocID="{3729E1E9-01B5-4CAF-B24E-50C9B34E3553}" presName="linear" presStyleCnt="0">
        <dgm:presLayoutVars>
          <dgm:dir/>
          <dgm:animLvl val="lvl"/>
          <dgm:resizeHandles val="exact"/>
        </dgm:presLayoutVars>
      </dgm:prSet>
      <dgm:spPr/>
    </dgm:pt>
    <dgm:pt modelId="{572B754A-54A4-48D1-8DFD-6EAD14C00E14}" type="pres">
      <dgm:prSet presAssocID="{709A83E1-3EB8-4C3F-ACA2-070A3BCE6A9D}" presName="parentLin" presStyleCnt="0"/>
      <dgm:spPr/>
    </dgm:pt>
    <dgm:pt modelId="{09DBE3E0-CC77-4548-8EFF-F39356D92075}" type="pres">
      <dgm:prSet presAssocID="{709A83E1-3EB8-4C3F-ACA2-070A3BCE6A9D}" presName="parentLeftMargin" presStyleLbl="node1" presStyleIdx="0" presStyleCnt="4"/>
      <dgm:spPr/>
    </dgm:pt>
    <dgm:pt modelId="{27A22296-DEEE-4A09-BA42-08FEDC516912}" type="pres">
      <dgm:prSet presAssocID="{709A83E1-3EB8-4C3F-ACA2-070A3BCE6A9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52C12EE-CF11-473E-A1FB-7FD427829FC3}" type="pres">
      <dgm:prSet presAssocID="{709A83E1-3EB8-4C3F-ACA2-070A3BCE6A9D}" presName="negativeSpace" presStyleCnt="0"/>
      <dgm:spPr/>
    </dgm:pt>
    <dgm:pt modelId="{622A7654-0BA2-4B88-8E9C-E4080B45C86C}" type="pres">
      <dgm:prSet presAssocID="{709A83E1-3EB8-4C3F-ACA2-070A3BCE6A9D}" presName="childText" presStyleLbl="conFgAcc1" presStyleIdx="0" presStyleCnt="4">
        <dgm:presLayoutVars>
          <dgm:bulletEnabled val="1"/>
        </dgm:presLayoutVars>
      </dgm:prSet>
      <dgm:spPr/>
    </dgm:pt>
    <dgm:pt modelId="{A2EAC6A5-9831-4EB3-AF0D-0104BABA1CDC}" type="pres">
      <dgm:prSet presAssocID="{F71CEA8E-4357-445E-805C-4A1326EB46A9}" presName="spaceBetweenRectangles" presStyleCnt="0"/>
      <dgm:spPr/>
    </dgm:pt>
    <dgm:pt modelId="{7B5B4FA9-D308-4632-BED1-16D016D829D9}" type="pres">
      <dgm:prSet presAssocID="{D13F1F2C-FA8E-4885-9FDF-277262BECEEC}" presName="parentLin" presStyleCnt="0"/>
      <dgm:spPr/>
    </dgm:pt>
    <dgm:pt modelId="{91973942-3DDB-41EE-A77B-D53C467D5542}" type="pres">
      <dgm:prSet presAssocID="{D13F1F2C-FA8E-4885-9FDF-277262BECEEC}" presName="parentLeftMargin" presStyleLbl="node1" presStyleIdx="0" presStyleCnt="4"/>
      <dgm:spPr/>
    </dgm:pt>
    <dgm:pt modelId="{9F738E2C-20CE-4BB6-9B45-1AC1C227F2F7}" type="pres">
      <dgm:prSet presAssocID="{D13F1F2C-FA8E-4885-9FDF-277262BECEE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A4AA184-DFCC-4C94-BB27-1A5123FEAEDB}" type="pres">
      <dgm:prSet presAssocID="{D13F1F2C-FA8E-4885-9FDF-277262BECEEC}" presName="negativeSpace" presStyleCnt="0"/>
      <dgm:spPr/>
    </dgm:pt>
    <dgm:pt modelId="{15929D05-61C7-4231-917E-810C5ADD72D4}" type="pres">
      <dgm:prSet presAssocID="{D13F1F2C-FA8E-4885-9FDF-277262BECEEC}" presName="childText" presStyleLbl="conFgAcc1" presStyleIdx="1" presStyleCnt="4">
        <dgm:presLayoutVars>
          <dgm:bulletEnabled val="1"/>
        </dgm:presLayoutVars>
      </dgm:prSet>
      <dgm:spPr/>
    </dgm:pt>
    <dgm:pt modelId="{4839338E-4F37-435D-9936-151DB3E375CC}" type="pres">
      <dgm:prSet presAssocID="{1FB26CB5-AB58-46F1-B15A-2015E59497E5}" presName="spaceBetweenRectangles" presStyleCnt="0"/>
      <dgm:spPr/>
    </dgm:pt>
    <dgm:pt modelId="{FDAC3257-E065-4DB4-BA1A-D4CF516F129A}" type="pres">
      <dgm:prSet presAssocID="{A9CF6507-AD4A-49B3-AB07-BD5AC530BD4D}" presName="parentLin" presStyleCnt="0"/>
      <dgm:spPr/>
    </dgm:pt>
    <dgm:pt modelId="{E2E262EB-2C50-4DD1-9E84-771CD5DE6193}" type="pres">
      <dgm:prSet presAssocID="{A9CF6507-AD4A-49B3-AB07-BD5AC530BD4D}" presName="parentLeftMargin" presStyleLbl="node1" presStyleIdx="1" presStyleCnt="4"/>
      <dgm:spPr/>
    </dgm:pt>
    <dgm:pt modelId="{2A63B6EE-5A6A-43EB-81FC-97FD1ADB708C}" type="pres">
      <dgm:prSet presAssocID="{A9CF6507-AD4A-49B3-AB07-BD5AC530BD4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8E3D31A-80A9-477D-8122-EAA8C976DA38}" type="pres">
      <dgm:prSet presAssocID="{A9CF6507-AD4A-49B3-AB07-BD5AC530BD4D}" presName="negativeSpace" presStyleCnt="0"/>
      <dgm:spPr/>
    </dgm:pt>
    <dgm:pt modelId="{1C52629D-DD6D-4444-A4F8-410C978DCC7C}" type="pres">
      <dgm:prSet presAssocID="{A9CF6507-AD4A-49B3-AB07-BD5AC530BD4D}" presName="childText" presStyleLbl="conFgAcc1" presStyleIdx="2" presStyleCnt="4">
        <dgm:presLayoutVars>
          <dgm:bulletEnabled val="1"/>
        </dgm:presLayoutVars>
      </dgm:prSet>
      <dgm:spPr/>
    </dgm:pt>
    <dgm:pt modelId="{59C8D7A5-29FE-4CCC-917F-B314BBEAF025}" type="pres">
      <dgm:prSet presAssocID="{06FDF166-DC23-4BA2-A59C-74FB6831FE12}" presName="spaceBetweenRectangles" presStyleCnt="0"/>
      <dgm:spPr/>
    </dgm:pt>
    <dgm:pt modelId="{56FF0CCC-85CB-4288-A5D3-C9CDF2111724}" type="pres">
      <dgm:prSet presAssocID="{5E7A2BEA-BD76-4210-B6C9-31FC106F8912}" presName="parentLin" presStyleCnt="0"/>
      <dgm:spPr/>
    </dgm:pt>
    <dgm:pt modelId="{1EA82574-F097-4DE0-BF67-4805CF9267D1}" type="pres">
      <dgm:prSet presAssocID="{5E7A2BEA-BD76-4210-B6C9-31FC106F8912}" presName="parentLeftMargin" presStyleLbl="node1" presStyleIdx="2" presStyleCnt="4"/>
      <dgm:spPr/>
    </dgm:pt>
    <dgm:pt modelId="{DD7CD123-F8DF-4D65-8526-7CD8FF509BB8}" type="pres">
      <dgm:prSet presAssocID="{5E7A2BEA-BD76-4210-B6C9-31FC106F891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9431C38-F148-45F8-A264-2E1045AA08A2}" type="pres">
      <dgm:prSet presAssocID="{5E7A2BEA-BD76-4210-B6C9-31FC106F8912}" presName="negativeSpace" presStyleCnt="0"/>
      <dgm:spPr/>
    </dgm:pt>
    <dgm:pt modelId="{4376BFB8-682E-4587-898A-E8D6421EA04A}" type="pres">
      <dgm:prSet presAssocID="{5E7A2BEA-BD76-4210-B6C9-31FC106F8912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8C041C07-4E09-489F-AA3F-D366582F0CD0}" type="presOf" srcId="{709A83E1-3EB8-4C3F-ACA2-070A3BCE6A9D}" destId="{27A22296-DEEE-4A09-BA42-08FEDC516912}" srcOrd="1" destOrd="0" presId="urn:microsoft.com/office/officeart/2005/8/layout/list1"/>
    <dgm:cxn modelId="{95B7BA0C-F6C7-4B0C-8884-DBB24EA3AA26}" type="presOf" srcId="{D13F1F2C-FA8E-4885-9FDF-277262BECEEC}" destId="{9F738E2C-20CE-4BB6-9B45-1AC1C227F2F7}" srcOrd="1" destOrd="0" presId="urn:microsoft.com/office/officeart/2005/8/layout/list1"/>
    <dgm:cxn modelId="{7E2EF120-3BE8-469E-B2B1-569A692EFBFE}" type="presOf" srcId="{5E7A2BEA-BD76-4210-B6C9-31FC106F8912}" destId="{1EA82574-F097-4DE0-BF67-4805CF9267D1}" srcOrd="0" destOrd="0" presId="urn:microsoft.com/office/officeart/2005/8/layout/list1"/>
    <dgm:cxn modelId="{26935B32-E7BD-46C7-9F25-EEAB79D12EE3}" type="presOf" srcId="{FE0B53D2-D691-4B68-BE45-1E5F04ED01B0}" destId="{622A7654-0BA2-4B88-8E9C-E4080B45C86C}" srcOrd="0" destOrd="0" presId="urn:microsoft.com/office/officeart/2005/8/layout/list1"/>
    <dgm:cxn modelId="{AB727162-8C66-461E-BCEC-4BDAD3C24566}" srcId="{3729E1E9-01B5-4CAF-B24E-50C9B34E3553}" destId="{709A83E1-3EB8-4C3F-ACA2-070A3BCE6A9D}" srcOrd="0" destOrd="0" parTransId="{F19FFE75-D8D8-4384-A431-8519CA4F169F}" sibTransId="{F71CEA8E-4357-445E-805C-4A1326EB46A9}"/>
    <dgm:cxn modelId="{BCEAF864-CBC1-438B-A192-90D7BD31282A}" type="presOf" srcId="{709A83E1-3EB8-4C3F-ACA2-070A3BCE6A9D}" destId="{09DBE3E0-CC77-4548-8EFF-F39356D92075}" srcOrd="0" destOrd="0" presId="urn:microsoft.com/office/officeart/2005/8/layout/list1"/>
    <dgm:cxn modelId="{35597669-86F7-4533-B09E-24B4DCB553A6}" type="presOf" srcId="{3729E1E9-01B5-4CAF-B24E-50C9B34E3553}" destId="{3D8F0290-1CC7-488E-A165-3306A3807C39}" srcOrd="0" destOrd="0" presId="urn:microsoft.com/office/officeart/2005/8/layout/list1"/>
    <dgm:cxn modelId="{48F0ABB5-2213-4405-8DE7-0DD13BEC798D}" type="presOf" srcId="{5E7A2BEA-BD76-4210-B6C9-31FC106F8912}" destId="{DD7CD123-F8DF-4D65-8526-7CD8FF509BB8}" srcOrd="1" destOrd="0" presId="urn:microsoft.com/office/officeart/2005/8/layout/list1"/>
    <dgm:cxn modelId="{FBA120B6-1E10-4E83-AE9C-0BC9A57F66B4}" srcId="{3729E1E9-01B5-4CAF-B24E-50C9B34E3553}" destId="{5E7A2BEA-BD76-4210-B6C9-31FC106F8912}" srcOrd="3" destOrd="0" parTransId="{0F214E70-1B14-466C-A3FD-D34A88AD963E}" sibTransId="{47C3A2CA-F26E-487B-A539-97759D32C5BF}"/>
    <dgm:cxn modelId="{E11A6CB9-302F-44EC-B296-8B988A92DFCF}" type="presOf" srcId="{D13F1F2C-FA8E-4885-9FDF-277262BECEEC}" destId="{91973942-3DDB-41EE-A77B-D53C467D5542}" srcOrd="0" destOrd="0" presId="urn:microsoft.com/office/officeart/2005/8/layout/list1"/>
    <dgm:cxn modelId="{1F68D8BB-E955-49C2-BB61-D2A456B81754}" srcId="{709A83E1-3EB8-4C3F-ACA2-070A3BCE6A9D}" destId="{FE0B53D2-D691-4B68-BE45-1E5F04ED01B0}" srcOrd="0" destOrd="0" parTransId="{38652902-A5BC-438A-AAD7-7C1BDAF59680}" sibTransId="{E53F9188-2B5F-418D-80AB-ED71C0CCCB30}"/>
    <dgm:cxn modelId="{4FEAA9C0-1D5A-4847-91D3-93618C88E46F}" srcId="{3729E1E9-01B5-4CAF-B24E-50C9B34E3553}" destId="{A9CF6507-AD4A-49B3-AB07-BD5AC530BD4D}" srcOrd="2" destOrd="0" parTransId="{2B16D29D-BA8D-410A-9C02-ADEBE3F46CA6}" sibTransId="{06FDF166-DC23-4BA2-A59C-74FB6831FE12}"/>
    <dgm:cxn modelId="{488563D1-C016-48F8-9721-CC6ACEEB6EFA}" type="presOf" srcId="{A9CF6507-AD4A-49B3-AB07-BD5AC530BD4D}" destId="{E2E262EB-2C50-4DD1-9E84-771CD5DE6193}" srcOrd="0" destOrd="0" presId="urn:microsoft.com/office/officeart/2005/8/layout/list1"/>
    <dgm:cxn modelId="{4988D5E2-97FC-4B96-94FF-441C45C728FA}" srcId="{3729E1E9-01B5-4CAF-B24E-50C9B34E3553}" destId="{D13F1F2C-FA8E-4885-9FDF-277262BECEEC}" srcOrd="1" destOrd="0" parTransId="{2B646793-C14E-4660-B799-362A2585F746}" sibTransId="{1FB26CB5-AB58-46F1-B15A-2015E59497E5}"/>
    <dgm:cxn modelId="{4F70E8FD-E18C-4D18-AD42-FDA1E0BF7B01}" type="presOf" srcId="{A9CF6507-AD4A-49B3-AB07-BD5AC530BD4D}" destId="{2A63B6EE-5A6A-43EB-81FC-97FD1ADB708C}" srcOrd="1" destOrd="0" presId="urn:microsoft.com/office/officeart/2005/8/layout/list1"/>
    <dgm:cxn modelId="{F705980E-3BD6-450E-BEA0-8B1BFB715514}" type="presParOf" srcId="{3D8F0290-1CC7-488E-A165-3306A3807C39}" destId="{572B754A-54A4-48D1-8DFD-6EAD14C00E14}" srcOrd="0" destOrd="0" presId="urn:microsoft.com/office/officeart/2005/8/layout/list1"/>
    <dgm:cxn modelId="{0D8693AF-187E-47BD-A8E1-228F49509D40}" type="presParOf" srcId="{572B754A-54A4-48D1-8DFD-6EAD14C00E14}" destId="{09DBE3E0-CC77-4548-8EFF-F39356D92075}" srcOrd="0" destOrd="0" presId="urn:microsoft.com/office/officeart/2005/8/layout/list1"/>
    <dgm:cxn modelId="{35D3058E-982E-47F7-B1C4-FC1E5B1795C6}" type="presParOf" srcId="{572B754A-54A4-48D1-8DFD-6EAD14C00E14}" destId="{27A22296-DEEE-4A09-BA42-08FEDC516912}" srcOrd="1" destOrd="0" presId="urn:microsoft.com/office/officeart/2005/8/layout/list1"/>
    <dgm:cxn modelId="{FEF0F24D-CDE5-4A94-8627-064F395E60FC}" type="presParOf" srcId="{3D8F0290-1CC7-488E-A165-3306A3807C39}" destId="{152C12EE-CF11-473E-A1FB-7FD427829FC3}" srcOrd="1" destOrd="0" presId="urn:microsoft.com/office/officeart/2005/8/layout/list1"/>
    <dgm:cxn modelId="{AEF26EC7-E9EF-4386-ADD8-D0197338FF65}" type="presParOf" srcId="{3D8F0290-1CC7-488E-A165-3306A3807C39}" destId="{622A7654-0BA2-4B88-8E9C-E4080B45C86C}" srcOrd="2" destOrd="0" presId="urn:microsoft.com/office/officeart/2005/8/layout/list1"/>
    <dgm:cxn modelId="{81DECDDC-7FD5-45D0-9AE0-F4C84C995F84}" type="presParOf" srcId="{3D8F0290-1CC7-488E-A165-3306A3807C39}" destId="{A2EAC6A5-9831-4EB3-AF0D-0104BABA1CDC}" srcOrd="3" destOrd="0" presId="urn:microsoft.com/office/officeart/2005/8/layout/list1"/>
    <dgm:cxn modelId="{4E510B63-9611-4542-B52D-5B4678AE86C0}" type="presParOf" srcId="{3D8F0290-1CC7-488E-A165-3306A3807C39}" destId="{7B5B4FA9-D308-4632-BED1-16D016D829D9}" srcOrd="4" destOrd="0" presId="urn:microsoft.com/office/officeart/2005/8/layout/list1"/>
    <dgm:cxn modelId="{0130D503-1DFB-431E-9098-DE6DB3A42551}" type="presParOf" srcId="{7B5B4FA9-D308-4632-BED1-16D016D829D9}" destId="{91973942-3DDB-41EE-A77B-D53C467D5542}" srcOrd="0" destOrd="0" presId="urn:microsoft.com/office/officeart/2005/8/layout/list1"/>
    <dgm:cxn modelId="{E1F14162-883D-4702-8991-D6286EB2238A}" type="presParOf" srcId="{7B5B4FA9-D308-4632-BED1-16D016D829D9}" destId="{9F738E2C-20CE-4BB6-9B45-1AC1C227F2F7}" srcOrd="1" destOrd="0" presId="urn:microsoft.com/office/officeart/2005/8/layout/list1"/>
    <dgm:cxn modelId="{68553B37-F9DF-452C-818F-05D37BF7F4DD}" type="presParOf" srcId="{3D8F0290-1CC7-488E-A165-3306A3807C39}" destId="{4A4AA184-DFCC-4C94-BB27-1A5123FEAEDB}" srcOrd="5" destOrd="0" presId="urn:microsoft.com/office/officeart/2005/8/layout/list1"/>
    <dgm:cxn modelId="{234D8FB7-BE08-4E6E-B29F-732CAE95E8CF}" type="presParOf" srcId="{3D8F0290-1CC7-488E-A165-3306A3807C39}" destId="{15929D05-61C7-4231-917E-810C5ADD72D4}" srcOrd="6" destOrd="0" presId="urn:microsoft.com/office/officeart/2005/8/layout/list1"/>
    <dgm:cxn modelId="{D2913DC7-C6F7-4437-AA85-5D6EF9839D08}" type="presParOf" srcId="{3D8F0290-1CC7-488E-A165-3306A3807C39}" destId="{4839338E-4F37-435D-9936-151DB3E375CC}" srcOrd="7" destOrd="0" presId="urn:microsoft.com/office/officeart/2005/8/layout/list1"/>
    <dgm:cxn modelId="{61C96C68-E9BF-4B95-B218-3F09706A2F6C}" type="presParOf" srcId="{3D8F0290-1CC7-488E-A165-3306A3807C39}" destId="{FDAC3257-E065-4DB4-BA1A-D4CF516F129A}" srcOrd="8" destOrd="0" presId="urn:microsoft.com/office/officeart/2005/8/layout/list1"/>
    <dgm:cxn modelId="{2E0A3A6B-9B7B-4CBC-BAEB-1C9ACF27774C}" type="presParOf" srcId="{FDAC3257-E065-4DB4-BA1A-D4CF516F129A}" destId="{E2E262EB-2C50-4DD1-9E84-771CD5DE6193}" srcOrd="0" destOrd="0" presId="urn:microsoft.com/office/officeart/2005/8/layout/list1"/>
    <dgm:cxn modelId="{F4DE457B-4E7D-4642-89C5-66A2A0753D0E}" type="presParOf" srcId="{FDAC3257-E065-4DB4-BA1A-D4CF516F129A}" destId="{2A63B6EE-5A6A-43EB-81FC-97FD1ADB708C}" srcOrd="1" destOrd="0" presId="urn:microsoft.com/office/officeart/2005/8/layout/list1"/>
    <dgm:cxn modelId="{CE5B17F2-EAC8-426B-A758-7EF0D24EA15A}" type="presParOf" srcId="{3D8F0290-1CC7-488E-A165-3306A3807C39}" destId="{18E3D31A-80A9-477D-8122-EAA8C976DA38}" srcOrd="9" destOrd="0" presId="urn:microsoft.com/office/officeart/2005/8/layout/list1"/>
    <dgm:cxn modelId="{FB6E8847-8FDF-451D-8A8E-3C79A3C8BD1D}" type="presParOf" srcId="{3D8F0290-1CC7-488E-A165-3306A3807C39}" destId="{1C52629D-DD6D-4444-A4F8-410C978DCC7C}" srcOrd="10" destOrd="0" presId="urn:microsoft.com/office/officeart/2005/8/layout/list1"/>
    <dgm:cxn modelId="{1464E9FD-AA23-4213-99DF-AFAE504494A6}" type="presParOf" srcId="{3D8F0290-1CC7-488E-A165-3306A3807C39}" destId="{59C8D7A5-29FE-4CCC-917F-B314BBEAF025}" srcOrd="11" destOrd="0" presId="urn:microsoft.com/office/officeart/2005/8/layout/list1"/>
    <dgm:cxn modelId="{4BC47884-F1AD-4386-A90E-307D84FF6829}" type="presParOf" srcId="{3D8F0290-1CC7-488E-A165-3306A3807C39}" destId="{56FF0CCC-85CB-4288-A5D3-C9CDF2111724}" srcOrd="12" destOrd="0" presId="urn:microsoft.com/office/officeart/2005/8/layout/list1"/>
    <dgm:cxn modelId="{CF2C833B-F68D-449B-B695-0C2EB6713697}" type="presParOf" srcId="{56FF0CCC-85CB-4288-A5D3-C9CDF2111724}" destId="{1EA82574-F097-4DE0-BF67-4805CF9267D1}" srcOrd="0" destOrd="0" presId="urn:microsoft.com/office/officeart/2005/8/layout/list1"/>
    <dgm:cxn modelId="{CF110835-484B-4E9C-AA7E-273A47E8CDB2}" type="presParOf" srcId="{56FF0CCC-85CB-4288-A5D3-C9CDF2111724}" destId="{DD7CD123-F8DF-4D65-8526-7CD8FF509BB8}" srcOrd="1" destOrd="0" presId="urn:microsoft.com/office/officeart/2005/8/layout/list1"/>
    <dgm:cxn modelId="{9DF08A89-41DE-4580-BF8B-EA67313A18A3}" type="presParOf" srcId="{3D8F0290-1CC7-488E-A165-3306A3807C39}" destId="{59431C38-F148-45F8-A264-2E1045AA08A2}" srcOrd="13" destOrd="0" presId="urn:microsoft.com/office/officeart/2005/8/layout/list1"/>
    <dgm:cxn modelId="{2A9525FC-602C-41B8-B779-04D795743E2B}" type="presParOf" srcId="{3D8F0290-1CC7-488E-A165-3306A3807C39}" destId="{4376BFB8-682E-4587-898A-E8D6421EA04A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A45281-2C15-4B1E-A395-FB5A751E0739}">
      <dsp:nvSpPr>
        <dsp:cNvPr id="0" name=""/>
        <dsp:cNvSpPr/>
      </dsp:nvSpPr>
      <dsp:spPr>
        <a:xfrm>
          <a:off x="2965" y="1558032"/>
          <a:ext cx="1782979" cy="60980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NR nodes with N77 cells (</a:t>
          </a:r>
          <a:r>
            <a:rPr lang="en-US" sz="1200" kern="1200" dirty="0" err="1"/>
            <a:t>NRCellDU</a:t>
          </a:r>
          <a:r>
            <a:rPr lang="en-US" sz="1200" kern="1200" dirty="0"/>
            <a:t> SSB starting with '6'): </a:t>
          </a:r>
        </a:p>
      </dsp:txBody>
      <dsp:txXfrm>
        <a:off x="2965" y="1558032"/>
        <a:ext cx="1782979" cy="609806"/>
      </dsp:txXfrm>
    </dsp:sp>
    <dsp:sp modelId="{1F9506ED-3E80-4DAF-8BE7-2DA93DCDC800}">
      <dsp:nvSpPr>
        <dsp:cNvPr id="0" name=""/>
        <dsp:cNvSpPr/>
      </dsp:nvSpPr>
      <dsp:spPr>
        <a:xfrm>
          <a:off x="2965" y="2167839"/>
          <a:ext cx="1782979" cy="52704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200" kern="1200" dirty="0"/>
        </a:p>
      </dsp:txBody>
      <dsp:txXfrm>
        <a:off x="2965" y="2167839"/>
        <a:ext cx="1782979" cy="527040"/>
      </dsp:txXfrm>
    </dsp:sp>
    <dsp:sp modelId="{80B954A5-5A17-4F3D-95DA-68BDAC2AEFB8}">
      <dsp:nvSpPr>
        <dsp:cNvPr id="0" name=""/>
        <dsp:cNvSpPr/>
      </dsp:nvSpPr>
      <dsp:spPr>
        <a:xfrm>
          <a:off x="2035561" y="1558032"/>
          <a:ext cx="1782979" cy="60980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N77 cells with SSB not in allowed list: </a:t>
          </a:r>
        </a:p>
      </dsp:txBody>
      <dsp:txXfrm>
        <a:off x="2035561" y="1558032"/>
        <a:ext cx="1782979" cy="609806"/>
      </dsp:txXfrm>
    </dsp:sp>
    <dsp:sp modelId="{AE3731B6-BD93-4A60-963A-4E960E16E83B}">
      <dsp:nvSpPr>
        <dsp:cNvPr id="0" name=""/>
        <dsp:cNvSpPr/>
      </dsp:nvSpPr>
      <dsp:spPr>
        <a:xfrm>
          <a:off x="2035561" y="2167839"/>
          <a:ext cx="1782979" cy="52704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200" kern="1200" dirty="0"/>
        </a:p>
      </dsp:txBody>
      <dsp:txXfrm>
        <a:off x="2035561" y="2167839"/>
        <a:ext cx="1782979" cy="527040"/>
      </dsp:txXfrm>
    </dsp:sp>
    <dsp:sp modelId="{A816A93E-B847-4D58-A0C0-FCD822DA357A}">
      <dsp:nvSpPr>
        <dsp:cNvPr id="0" name=""/>
        <dsp:cNvSpPr/>
      </dsp:nvSpPr>
      <dsp:spPr>
        <a:xfrm>
          <a:off x="4068158" y="1558032"/>
          <a:ext cx="1782979" cy="60980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NR nodes with N77B sectors (</a:t>
          </a:r>
          <a:r>
            <a:rPr lang="en-US" sz="1200" kern="1200" dirty="0" err="1"/>
            <a:t>NRSectorCarrier</a:t>
          </a:r>
          <a:r>
            <a:rPr lang="en-US" sz="1200" kern="1200" dirty="0"/>
            <a:t> ARFCN starting with '6'): </a:t>
          </a:r>
        </a:p>
      </dsp:txBody>
      <dsp:txXfrm>
        <a:off x="4068158" y="1558032"/>
        <a:ext cx="1782979" cy="609806"/>
      </dsp:txXfrm>
    </dsp:sp>
    <dsp:sp modelId="{A16134B0-087A-41F4-8ECA-8D9AAC69D8A6}">
      <dsp:nvSpPr>
        <dsp:cNvPr id="0" name=""/>
        <dsp:cNvSpPr/>
      </dsp:nvSpPr>
      <dsp:spPr>
        <a:xfrm>
          <a:off x="4068158" y="2167839"/>
          <a:ext cx="1782979" cy="52704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200" kern="1200" dirty="0"/>
        </a:p>
      </dsp:txBody>
      <dsp:txXfrm>
        <a:off x="4068158" y="2167839"/>
        <a:ext cx="1782979" cy="527040"/>
      </dsp:txXfrm>
    </dsp:sp>
    <dsp:sp modelId="{A0931F9E-D294-4F5C-8A65-B7AA94A9A0AF}">
      <dsp:nvSpPr>
        <dsp:cNvPr id="0" name=""/>
        <dsp:cNvSpPr/>
      </dsp:nvSpPr>
      <dsp:spPr>
        <a:xfrm>
          <a:off x="6100755" y="1558032"/>
          <a:ext cx="1782979" cy="60980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N77B sectors with ARFCN not in allowed list: </a:t>
          </a:r>
        </a:p>
      </dsp:txBody>
      <dsp:txXfrm>
        <a:off x="6100755" y="1558032"/>
        <a:ext cx="1782979" cy="609806"/>
      </dsp:txXfrm>
    </dsp:sp>
    <dsp:sp modelId="{0DF35A15-E040-4EA8-AA4D-5EEFDDD454DD}">
      <dsp:nvSpPr>
        <dsp:cNvPr id="0" name=""/>
        <dsp:cNvSpPr/>
      </dsp:nvSpPr>
      <dsp:spPr>
        <a:xfrm>
          <a:off x="6100755" y="2167839"/>
          <a:ext cx="1782979" cy="52704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004" tIns="32004" rIns="42672" bIns="48006" numCol="1" spcCol="1270" anchor="t" anchorCtr="0">
          <a:noAutofit/>
        </a:bodyPr>
        <a:lstStyle/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600" kern="1200" dirty="0"/>
        </a:p>
      </dsp:txBody>
      <dsp:txXfrm>
        <a:off x="6100755" y="2167839"/>
        <a:ext cx="1782979" cy="527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B99154-4185-46CD-B2F0-2A79DAF51857}">
      <dsp:nvSpPr>
        <dsp:cNvPr id="0" name=""/>
        <dsp:cNvSpPr/>
      </dsp:nvSpPr>
      <dsp:spPr>
        <a:xfrm>
          <a:off x="0" y="1645568"/>
          <a:ext cx="78867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95732" rIns="61209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900" kern="1200" dirty="0"/>
        </a:p>
      </dsp:txBody>
      <dsp:txXfrm>
        <a:off x="0" y="1645568"/>
        <a:ext cx="7886700" cy="478800"/>
      </dsp:txXfrm>
    </dsp:sp>
    <dsp:sp modelId="{CB16FE2C-1AA8-43E4-9D33-B17235EE9EFA}">
      <dsp:nvSpPr>
        <dsp:cNvPr id="0" name=""/>
        <dsp:cNvSpPr/>
      </dsp:nvSpPr>
      <dsp:spPr>
        <a:xfrm>
          <a:off x="394335" y="1365128"/>
          <a:ext cx="5520690" cy="56088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NR nodes with ARFCN 648672 in </a:t>
          </a:r>
          <a:r>
            <a:rPr lang="en-US" sz="1900" kern="1200" dirty="0" err="1"/>
            <a:t>NRFrequency</a:t>
          </a:r>
          <a:r>
            <a:rPr lang="en-US" sz="1900" kern="1200" dirty="0"/>
            <a:t>: </a:t>
          </a:r>
        </a:p>
      </dsp:txBody>
      <dsp:txXfrm>
        <a:off x="421715" y="1392508"/>
        <a:ext cx="5465930" cy="506120"/>
      </dsp:txXfrm>
    </dsp:sp>
    <dsp:sp modelId="{30258C29-7395-4BE9-9FDB-2728E62EED9A}">
      <dsp:nvSpPr>
        <dsp:cNvPr id="0" name=""/>
        <dsp:cNvSpPr/>
      </dsp:nvSpPr>
      <dsp:spPr>
        <a:xfrm>
          <a:off x="0" y="2507409"/>
          <a:ext cx="78867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95732" rIns="61209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900" kern="1200" dirty="0"/>
        </a:p>
      </dsp:txBody>
      <dsp:txXfrm>
        <a:off x="0" y="2507409"/>
        <a:ext cx="7886700" cy="478800"/>
      </dsp:txXfrm>
    </dsp:sp>
    <dsp:sp modelId="{46A371F0-16D9-435E-9E79-CF89BEDF75AE}">
      <dsp:nvSpPr>
        <dsp:cNvPr id="0" name=""/>
        <dsp:cNvSpPr/>
      </dsp:nvSpPr>
      <dsp:spPr>
        <a:xfrm>
          <a:off x="394335" y="2226969"/>
          <a:ext cx="5520690" cy="56088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NR nodes still with ARFCN 647328 in </a:t>
          </a:r>
          <a:r>
            <a:rPr lang="en-US" sz="1900" kern="1200" dirty="0" err="1"/>
            <a:t>NRFrequency</a:t>
          </a:r>
          <a:r>
            <a:rPr lang="en-US" sz="1900" kern="1200" dirty="0"/>
            <a:t>: </a:t>
          </a:r>
        </a:p>
      </dsp:txBody>
      <dsp:txXfrm>
        <a:off x="421715" y="2254349"/>
        <a:ext cx="5465930" cy="5061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B99154-4185-46CD-B2F0-2A79DAF51857}">
      <dsp:nvSpPr>
        <dsp:cNvPr id="0" name=""/>
        <dsp:cNvSpPr/>
      </dsp:nvSpPr>
      <dsp:spPr>
        <a:xfrm>
          <a:off x="0" y="1645568"/>
          <a:ext cx="78867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95732" rIns="61209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900" kern="1200" dirty="0"/>
        </a:p>
      </dsp:txBody>
      <dsp:txXfrm>
        <a:off x="0" y="1645568"/>
        <a:ext cx="7886700" cy="478800"/>
      </dsp:txXfrm>
    </dsp:sp>
    <dsp:sp modelId="{CB16FE2C-1AA8-43E4-9D33-B17235EE9EFA}">
      <dsp:nvSpPr>
        <dsp:cNvPr id="0" name=""/>
        <dsp:cNvSpPr/>
      </dsp:nvSpPr>
      <dsp:spPr>
        <a:xfrm>
          <a:off x="394335" y="1365128"/>
          <a:ext cx="5520690" cy="56088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NR nodes with ARFCN 648672 in </a:t>
          </a:r>
          <a:r>
            <a:rPr lang="en-US" sz="1900" kern="1200" dirty="0" err="1"/>
            <a:t>NRFrequency</a:t>
          </a:r>
          <a:r>
            <a:rPr lang="en-US" sz="1900" kern="1200" dirty="0"/>
            <a:t>: </a:t>
          </a:r>
        </a:p>
      </dsp:txBody>
      <dsp:txXfrm>
        <a:off x="421715" y="1392508"/>
        <a:ext cx="5465930" cy="506120"/>
      </dsp:txXfrm>
    </dsp:sp>
    <dsp:sp modelId="{30258C29-7395-4BE9-9FDB-2728E62EED9A}">
      <dsp:nvSpPr>
        <dsp:cNvPr id="0" name=""/>
        <dsp:cNvSpPr/>
      </dsp:nvSpPr>
      <dsp:spPr>
        <a:xfrm>
          <a:off x="0" y="2507409"/>
          <a:ext cx="78867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95732" rIns="61209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900" kern="1200" dirty="0"/>
        </a:p>
      </dsp:txBody>
      <dsp:txXfrm>
        <a:off x="0" y="2507409"/>
        <a:ext cx="7886700" cy="478800"/>
      </dsp:txXfrm>
    </dsp:sp>
    <dsp:sp modelId="{46A371F0-16D9-435E-9E79-CF89BEDF75AE}">
      <dsp:nvSpPr>
        <dsp:cNvPr id="0" name=""/>
        <dsp:cNvSpPr/>
      </dsp:nvSpPr>
      <dsp:spPr>
        <a:xfrm>
          <a:off x="394335" y="2226969"/>
          <a:ext cx="5520690" cy="56088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NR nodes still with ARFCN 647328 in </a:t>
          </a:r>
          <a:r>
            <a:rPr lang="en-US" sz="1900" kern="1200" dirty="0" err="1"/>
            <a:t>NRFrequency</a:t>
          </a:r>
          <a:r>
            <a:rPr lang="en-US" sz="1900" kern="1200" dirty="0"/>
            <a:t>: </a:t>
          </a:r>
        </a:p>
      </dsp:txBody>
      <dsp:txXfrm>
        <a:off x="421715" y="2254349"/>
        <a:ext cx="5465930" cy="5061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FD0B93-263C-4489-82AE-57C1ACF81F30}">
      <dsp:nvSpPr>
        <dsp:cNvPr id="0" name=""/>
        <dsp:cNvSpPr/>
      </dsp:nvSpPr>
      <dsp:spPr>
        <a:xfrm>
          <a:off x="0" y="1701369"/>
          <a:ext cx="788670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54076" rIns="612096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700" kern="1200" dirty="0"/>
        </a:p>
      </dsp:txBody>
      <dsp:txXfrm>
        <a:off x="0" y="1701369"/>
        <a:ext cx="7886700" cy="428400"/>
      </dsp:txXfrm>
    </dsp:sp>
    <dsp:sp modelId="{E6DCDAE5-85FF-46B4-BB41-13EEF422FC0A}">
      <dsp:nvSpPr>
        <dsp:cNvPr id="0" name=""/>
        <dsp:cNvSpPr/>
      </dsp:nvSpPr>
      <dsp:spPr>
        <a:xfrm>
          <a:off x="394335" y="1450449"/>
          <a:ext cx="5520690" cy="5018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LTE nodes with </a:t>
          </a:r>
          <a:r>
            <a:rPr lang="en-US" sz="1700" kern="1200" dirty="0" err="1"/>
            <a:t>GUtranSyncSignalFrequency</a:t>
          </a:r>
          <a:r>
            <a:rPr lang="en-US" sz="1700" kern="1200" dirty="0"/>
            <a:t> 648672: </a:t>
          </a:r>
        </a:p>
      </dsp:txBody>
      <dsp:txXfrm>
        <a:off x="418833" y="1474947"/>
        <a:ext cx="5471694" cy="452844"/>
      </dsp:txXfrm>
    </dsp:sp>
    <dsp:sp modelId="{3301D090-3050-4171-854E-836075BC2DF2}">
      <dsp:nvSpPr>
        <dsp:cNvPr id="0" name=""/>
        <dsp:cNvSpPr/>
      </dsp:nvSpPr>
      <dsp:spPr>
        <a:xfrm>
          <a:off x="0" y="2472489"/>
          <a:ext cx="788670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54076" rIns="612096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700" kern="1200" dirty="0"/>
        </a:p>
      </dsp:txBody>
      <dsp:txXfrm>
        <a:off x="0" y="2472489"/>
        <a:ext cx="7886700" cy="428400"/>
      </dsp:txXfrm>
    </dsp:sp>
    <dsp:sp modelId="{25AACC18-4362-4FF0-A9E8-8FE538B69C8F}">
      <dsp:nvSpPr>
        <dsp:cNvPr id="0" name=""/>
        <dsp:cNvSpPr/>
      </dsp:nvSpPr>
      <dsp:spPr>
        <a:xfrm>
          <a:off x="394335" y="2221569"/>
          <a:ext cx="5520690" cy="5018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LTE nodes still with </a:t>
          </a:r>
          <a:r>
            <a:rPr lang="en-US" sz="1700" kern="1200" dirty="0" err="1"/>
            <a:t>GUtranSyncSignalFrequency</a:t>
          </a:r>
          <a:r>
            <a:rPr lang="en-US" sz="1700" kern="1200" dirty="0"/>
            <a:t> 647328: </a:t>
          </a:r>
        </a:p>
      </dsp:txBody>
      <dsp:txXfrm>
        <a:off x="418833" y="2246067"/>
        <a:ext cx="5471694" cy="4528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2A7654-0BA2-4B88-8E9C-E4080B45C86C}">
      <dsp:nvSpPr>
        <dsp:cNvPr id="0" name=""/>
        <dsp:cNvSpPr/>
      </dsp:nvSpPr>
      <dsp:spPr>
        <a:xfrm>
          <a:off x="0" y="1076768"/>
          <a:ext cx="78867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12420" rIns="612096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500" kern="1200" dirty="0"/>
        </a:p>
      </dsp:txBody>
      <dsp:txXfrm>
        <a:off x="0" y="1076768"/>
        <a:ext cx="7886700" cy="378000"/>
      </dsp:txXfrm>
    </dsp:sp>
    <dsp:sp modelId="{27A22296-DEEE-4A09-BA42-08FEDC516912}">
      <dsp:nvSpPr>
        <dsp:cNvPr id="0" name=""/>
        <dsp:cNvSpPr/>
      </dsp:nvSpPr>
      <dsp:spPr>
        <a:xfrm>
          <a:off x="394335" y="855368"/>
          <a:ext cx="5520690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Max </a:t>
          </a:r>
          <a:r>
            <a:rPr lang="en-US" sz="1500" kern="1200" dirty="0" err="1"/>
            <a:t>NRFreqRelation</a:t>
          </a:r>
          <a:r>
            <a:rPr lang="en-US" sz="1500" kern="1200" dirty="0"/>
            <a:t> per NR cell (limit 16): </a:t>
          </a:r>
        </a:p>
      </dsp:txBody>
      <dsp:txXfrm>
        <a:off x="415951" y="876984"/>
        <a:ext cx="5477458" cy="399568"/>
      </dsp:txXfrm>
    </dsp:sp>
    <dsp:sp modelId="{15929D05-61C7-4231-917E-810C5ADD72D4}">
      <dsp:nvSpPr>
        <dsp:cNvPr id="0" name=""/>
        <dsp:cNvSpPr/>
      </dsp:nvSpPr>
      <dsp:spPr>
        <a:xfrm>
          <a:off x="0" y="1757169"/>
          <a:ext cx="78867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738E2C-20CE-4BB6-9B45-1AC1C227F2F7}">
      <dsp:nvSpPr>
        <dsp:cNvPr id="0" name=""/>
        <dsp:cNvSpPr/>
      </dsp:nvSpPr>
      <dsp:spPr>
        <a:xfrm>
          <a:off x="394335" y="1535768"/>
          <a:ext cx="5520690" cy="44280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Max </a:t>
          </a:r>
          <a:r>
            <a:rPr lang="en-US" sz="1500" kern="1200" dirty="0" err="1"/>
            <a:t>GUtranFreqRelation</a:t>
          </a:r>
          <a:r>
            <a:rPr lang="en-US" sz="1500" kern="1200" dirty="0"/>
            <a:t> per LTE cell (limit 16): </a:t>
          </a:r>
        </a:p>
      </dsp:txBody>
      <dsp:txXfrm>
        <a:off x="415951" y="1557384"/>
        <a:ext cx="5477458" cy="399568"/>
      </dsp:txXfrm>
    </dsp:sp>
    <dsp:sp modelId="{1C52629D-DD6D-4444-A4F8-410C978DCC7C}">
      <dsp:nvSpPr>
        <dsp:cNvPr id="0" name=""/>
        <dsp:cNvSpPr/>
      </dsp:nvSpPr>
      <dsp:spPr>
        <a:xfrm>
          <a:off x="0" y="2437569"/>
          <a:ext cx="78867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63B6EE-5A6A-43EB-81FC-97FD1ADB708C}">
      <dsp:nvSpPr>
        <dsp:cNvPr id="0" name=""/>
        <dsp:cNvSpPr/>
      </dsp:nvSpPr>
      <dsp:spPr>
        <a:xfrm>
          <a:off x="394335" y="2216169"/>
          <a:ext cx="5520690" cy="44280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Max </a:t>
          </a:r>
          <a:r>
            <a:rPr lang="en-US" sz="1500" kern="1200" dirty="0" err="1"/>
            <a:t>GUtranSyncSignalFrequency</a:t>
          </a:r>
          <a:r>
            <a:rPr lang="en-US" sz="1500" kern="1200" dirty="0"/>
            <a:t> definitions per node (limit 24): </a:t>
          </a:r>
        </a:p>
      </dsp:txBody>
      <dsp:txXfrm>
        <a:off x="415951" y="2237785"/>
        <a:ext cx="5477458" cy="399568"/>
      </dsp:txXfrm>
    </dsp:sp>
    <dsp:sp modelId="{4376BFB8-682E-4587-898A-E8D6421EA04A}">
      <dsp:nvSpPr>
        <dsp:cNvPr id="0" name=""/>
        <dsp:cNvSpPr/>
      </dsp:nvSpPr>
      <dsp:spPr>
        <a:xfrm>
          <a:off x="0" y="3117969"/>
          <a:ext cx="78867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7CD123-F8DF-4D65-8526-7CD8FF509BB8}">
      <dsp:nvSpPr>
        <dsp:cNvPr id="0" name=""/>
        <dsp:cNvSpPr/>
      </dsp:nvSpPr>
      <dsp:spPr>
        <a:xfrm>
          <a:off x="394335" y="2896569"/>
          <a:ext cx="5520690" cy="4428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Max </a:t>
          </a:r>
          <a:r>
            <a:rPr lang="en-US" sz="1500" kern="1200" dirty="0" err="1"/>
            <a:t>NRFrequency</a:t>
          </a:r>
          <a:r>
            <a:rPr lang="en-US" sz="1500" kern="1200" dirty="0"/>
            <a:t> definitions per node (limit 64): </a:t>
          </a:r>
        </a:p>
      </dsp:txBody>
      <dsp:txXfrm>
        <a:off x="415951" y="2918185"/>
        <a:ext cx="5477458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16BAD9D-90E1-9FA0-6899-E1720D4888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58A9D6-719C-2946-560D-6D1F6701BC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4512AF-DD4E-4B73-98EF-EA3A4CA19885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E790A1-21F7-2AD1-1F2A-3213DDDAB9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AA72B4-45D1-60AC-4544-0EA77E3442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2F1160-B729-4FCC-8C17-92C930127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903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Master" Target="../slideMasters/slideMaster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Master" Target="../slideMasters/slideMaster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Master" Target="../slideMasters/slideMaster1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Master" Target="../slideMasters/slideMaster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7165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72DE59C-594C-4F72-46B6-37F8C2F62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77" y="-190005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A6B0B038-C0F6-CB78-FEF0-A37A717B5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354" y="1487368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5D496-D92C-95F9-D7AB-0E499235D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701D9D-1FF0-3F0D-9CB0-598D27E79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C2104-05BB-1B6A-B0EC-0EDADF94B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76D74C-56B0-E40F-A302-DFC693B4E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36F14783-B3F8-5BBB-8106-5B249946B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E75ACEA-7029-B021-5A68-5A05BD3086D2}"/>
              </a:ext>
            </a:extLst>
          </p:cNvPr>
          <p:cNvSpPr txBox="1">
            <a:spLocks/>
          </p:cNvSpPr>
          <p:nvPr userDrawn="1"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700" dirty="0"/>
              <a:t>N77 Cells</a:t>
            </a:r>
          </a:p>
        </p:txBody>
      </p:sp>
      <p:sp>
        <p:nvSpPr>
          <p:cNvPr id="8" name="sketch line">
            <a:extLst>
              <a:ext uri="{FF2B5EF4-FFF2-40B4-BE49-F238E27FC236}">
                <a16:creationId xmlns:a16="http://schemas.microsoft.com/office/drawing/2014/main" id="{D0BF2D1D-54CF-A652-196E-D7946B119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C9C2BFF2-BDF6-2334-3EC0-2DE21B1F2B2F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530805725"/>
              </p:ext>
            </p:extLst>
          </p:nvPr>
        </p:nvGraphicFramePr>
        <p:xfrm>
          <a:off x="628650" y="1928813"/>
          <a:ext cx="7886700" cy="4252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6391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86ED7-5B59-13FD-66BA-40850D3EF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A15C0D-736B-468C-D7BA-F8CF99B51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099639-DC2C-880B-6B75-E9478C1F1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A9133-644D-7813-490C-EF6197B5F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77EB7D24-314E-B721-CBE4-21035AF96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209ED72-BB67-6B7B-0A01-9B46FC0486A9}"/>
              </a:ext>
            </a:extLst>
          </p:cNvPr>
          <p:cNvSpPr txBox="1">
            <a:spLocks/>
          </p:cNvSpPr>
          <p:nvPr userDrawn="1"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/>
              <a:t>NRFrequency</a:t>
            </a:r>
            <a:endParaRPr lang="en-US" sz="4700" dirty="0"/>
          </a:p>
        </p:txBody>
      </p:sp>
      <p:sp>
        <p:nvSpPr>
          <p:cNvPr id="8" name="sketch line">
            <a:extLst>
              <a:ext uri="{FF2B5EF4-FFF2-40B4-BE49-F238E27FC236}">
                <a16:creationId xmlns:a16="http://schemas.microsoft.com/office/drawing/2014/main" id="{C950B8C8-04A6-9FE2-6DA7-9E9FF7931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C9C158EB-E566-18DB-1E08-5D13F5D05A4C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45737268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7027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86ED7-5B59-13FD-66BA-40850D3EF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A15C0D-736B-468C-D7BA-F8CF99B51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099639-DC2C-880B-6B75-E9478C1F1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A9133-644D-7813-490C-EF6197B5F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77EB7D24-314E-B721-CBE4-21035AF96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209ED72-BB67-6B7B-0A01-9B46FC0486A9}"/>
              </a:ext>
            </a:extLst>
          </p:cNvPr>
          <p:cNvSpPr txBox="1">
            <a:spLocks/>
          </p:cNvSpPr>
          <p:nvPr userDrawn="1"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/>
              <a:t>NRFrequency</a:t>
            </a:r>
            <a:endParaRPr lang="en-US" sz="4700" dirty="0"/>
          </a:p>
        </p:txBody>
      </p:sp>
      <p:sp>
        <p:nvSpPr>
          <p:cNvPr id="8" name="sketch line">
            <a:extLst>
              <a:ext uri="{FF2B5EF4-FFF2-40B4-BE49-F238E27FC236}">
                <a16:creationId xmlns:a16="http://schemas.microsoft.com/office/drawing/2014/main" id="{C950B8C8-04A6-9FE2-6DA7-9E9FF7931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C9C158EB-E566-18DB-1E08-5D13F5D05A4C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45737268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4288642-AB5E-F9CC-7CC8-C95AC0627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" y="15240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35C128C-D063-B6BF-62FE-3B4ADB35E33D}"/>
              </a:ext>
            </a:extLst>
          </p:cNvPr>
          <p:cNvSpPr txBox="1">
            <a:spLocks/>
          </p:cNvSpPr>
          <p:nvPr userDrawn="1"/>
        </p:nvSpPr>
        <p:spPr>
          <a:xfrm>
            <a:off x="781050" y="5175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/>
              <a:t>GUtranSyncSignalFrequency</a:t>
            </a:r>
            <a:endParaRPr lang="en-US" sz="47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FFE729E-0EB6-7508-7336-C8E163510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177" y="18297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1882D8FE-5094-6B4C-5A99-72B7E89E9B01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779868442"/>
              </p:ext>
            </p:extLst>
          </p:nvPr>
        </p:nvGraphicFramePr>
        <p:xfrm>
          <a:off x="781050" y="19780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978254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1216-4DAD-F1B7-B64C-27234DEDC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E9488A-7BDD-618C-9508-78FC3557F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B89862-CE3B-9B96-F1C1-6DF399E88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A24459-A70D-932A-22DE-D146DF007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9CAF18E4-DF93-4B0A-11B7-17DAF09D0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76E2DDD-6619-5394-8D2D-4AA2EAC425D7}"/>
              </a:ext>
            </a:extLst>
          </p:cNvPr>
          <p:cNvSpPr txBox="1">
            <a:spLocks/>
          </p:cNvSpPr>
          <p:nvPr userDrawn="1"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700"/>
              <a:t>Cardinality</a:t>
            </a:r>
          </a:p>
        </p:txBody>
      </p:sp>
      <p:sp>
        <p:nvSpPr>
          <p:cNvPr id="8" name="sketch line">
            <a:extLst>
              <a:ext uri="{FF2B5EF4-FFF2-40B4-BE49-F238E27FC236}">
                <a16:creationId xmlns:a16="http://schemas.microsoft.com/office/drawing/2014/main" id="{1665BFE7-6111-8664-A2C9-931FF6BE3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0C5A1847-3DD7-A9BA-F244-0E9A36B8327F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31246603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2368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CF2FF-062B-BF6A-6A0C-D880825C8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288B87-35CC-AF28-9E77-253D25B98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996E1-3E55-04A8-9D37-7B1FB6EFB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99805D-792C-5865-334B-268038CF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447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39007-145D-6696-A938-554068C4A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B13C79-F4A7-4C28-283B-4258F7D44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034D6F-DF43-F1AB-80BC-5AEB71225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5DF122-700B-49C4-1745-6BA8C34C5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661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61" r:id="rId4"/>
    <p:sldLayoutId id="2147483662" r:id="rId5"/>
    <p:sldLayoutId id="2147483666" r:id="rId6"/>
    <p:sldLayoutId id="2147483664" r:id="rId7"/>
    <p:sldLayoutId id="2147483665" r:id="rId8"/>
    <p:sldLayoutId id="2147483663" r:id="rId9"/>
    <p:sldLayoutId id="2147483651" r:id="rId10"/>
    <p:sldLayoutId id="2147483652" r:id="rId11"/>
    <p:sldLayoutId id="2147483653" r:id="rId12"/>
    <p:sldLayoutId id="2147483654" r:id="rId13"/>
    <p:sldLayoutId id="2147483655" r:id="rId14"/>
    <p:sldLayoutId id="2147483656" r:id="rId15"/>
    <p:sldLayoutId id="2147483657" r:id="rId16"/>
    <p:sldLayoutId id="2147483658" r:id="rId17"/>
    <p:sldLayoutId id="2147483659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9987ED4D0F3F47BA33116175D6C093" ma:contentTypeVersion="3" ma:contentTypeDescription="Create a new document." ma:contentTypeScope="" ma:versionID="b377e87a9fdb0adfbe59c8cbc16d9e06">
  <xsd:schema xmlns:xsd="http://www.w3.org/2001/XMLSchema" xmlns:xs="http://www.w3.org/2001/XMLSchema" xmlns:p="http://schemas.microsoft.com/office/2006/metadata/properties" xmlns:ns2="4d118d9b-448c-4a54-90d4-6d126d04e28f" targetNamespace="http://schemas.microsoft.com/office/2006/metadata/properties" ma:root="true" ma:fieldsID="142a0c039391e3f54e2425d6548dcea2" ns2:_="">
    <xsd:import namespace="4d118d9b-448c-4a54-90d4-6d126d04e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18d9b-448c-4a54-90d4-6d126d04e2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9987ED4D0F3F47BA33116175D6C093" ma:contentTypeVersion="3" ma:contentTypeDescription="Create a new document." ma:contentTypeScope="" ma:versionID="b377e87a9fdb0adfbe59c8cbc16d9e06">
  <xsd:schema xmlns:xsd="http://www.w3.org/2001/XMLSchema" xmlns:xs="http://www.w3.org/2001/XMLSchema" xmlns:p="http://schemas.microsoft.com/office/2006/metadata/properties" xmlns:ns2="4d118d9b-448c-4a54-90d4-6d126d04e28f" targetNamespace="http://schemas.microsoft.com/office/2006/metadata/properties" ma:root="true" ma:fieldsID="142a0c039391e3f54e2425d6548dcea2" ns2:_="">
    <xsd:import namespace="4d118d9b-448c-4a54-90d4-6d126d04e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18d9b-448c-4a54-90d4-6d126d04e2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C3F7911-CA70-450D-9C74-276FAE63B2A1}">
  <ds:schemaRefs>
    <ds:schemaRef ds:uri="4d118d9b-448c-4a54-90d4-6d126d04e28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0BB2122-50FB-4777-8728-D52F7CF1AED8}">
  <ds:schemaRefs>
    <ds:schemaRef ds:uri="4d118d9b-448c-4a54-90d4-6d126d04e28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635B0D5-FB81-4068-AEC4-E15905E3EFEE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9D39D6F7-DEC6-43E0-B150-2B295957F91D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Arial</vt:lpstr>
      <vt:lpstr>Calibri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Jaime Tur</cp:lastModifiedBy>
  <cp:revision>2</cp:revision>
  <dcterms:created xsi:type="dcterms:W3CDTF">2013-01-27T09:14:16Z</dcterms:created>
  <dcterms:modified xsi:type="dcterms:W3CDTF">2025-11-17T13:50:15Z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0x010100E69987ED4D0F3F47BA33116175D6C093</vt:lpwstr>
  </property>
</Properties>
</file>